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2" r:id="rId7"/>
  </p:sldMasterIdLst>
  <p:notesMasterIdLst>
    <p:notesMasterId r:id="rId8"/>
  </p:notesMasterIdLst>
  <p:sldIdLst>
    <p:sldId id="256" r:id="rId9"/>
  </p:sldIdLst>
  <p:sldSz cy="32918400" cx="43891200"/>
  <p:notesSz cx="7010400" cy="9296400"/>
  <p:embeddedFontLst>
    <p:embeddedFont>
      <p:font typeface="Arial Narrow"/>
      <p:regular r:id="rId10"/>
      <p:bold r:id="rId11"/>
      <p:italic r:id="rId12"/>
      <p:boldItalic r:id="rId13"/>
    </p:embeddedFont>
    <p:embeddedFont>
      <p:font typeface="Arial Black"/>
      <p:regular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552">
          <p15:clr>
            <a:srgbClr val="A4A3A4"/>
          </p15:clr>
        </p15:guide>
        <p15:guide id="2" orient="horz" pos="20285">
          <p15:clr>
            <a:srgbClr val="A4A3A4"/>
          </p15:clr>
        </p15:guide>
        <p15:guide id="3" pos="437">
          <p15:clr>
            <a:srgbClr val="A4A3A4"/>
          </p15:clr>
        </p15:guide>
        <p15:guide id="4" pos="6725">
          <p15:clr>
            <a:srgbClr val="A4A3A4"/>
          </p15:clr>
        </p15:guide>
        <p15:guide id="5" pos="7239">
          <p15:clr>
            <a:srgbClr val="A4A3A4"/>
          </p15:clr>
        </p15:guide>
        <p15:guide id="6" pos="13527">
          <p15:clr>
            <a:srgbClr val="A4A3A4"/>
          </p15:clr>
        </p15:guide>
        <p15:guide id="7" pos="14031">
          <p15:clr>
            <a:srgbClr val="A4A3A4"/>
          </p15:clr>
        </p15:guide>
        <p15:guide id="8" pos="20319">
          <p15:clr>
            <a:srgbClr val="A4A3A4"/>
          </p15:clr>
        </p15:guide>
        <p15:guide id="9" pos="20837">
          <p15:clr>
            <a:srgbClr val="A4A3A4"/>
          </p15:clr>
        </p15:guide>
        <p15:guide id="10" pos="27125">
          <p15:clr>
            <a:srgbClr val="A4A3A4"/>
          </p15:clr>
        </p15:guide>
      </p15:sldGuideLst>
    </p:ext>
    <p:ext uri="GoogleSlidesCustomDataVersion2">
      <go:slidesCustomData xmlns:go="http://customooxmlschemas.google.com/" r:id="rId15" roundtripDataSignature="AMtx7mikefuG1BAptSiVGwjOJpEF1GFu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20685EF-1557-482E-B045-CDA0CD505D4D}">
  <a:tblStyle styleId="{420685EF-1557-482E-B045-CDA0CD505D4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552" orient="horz"/>
        <p:guide pos="20285" orient="horz"/>
        <p:guide pos="437"/>
        <p:guide pos="6725"/>
        <p:guide pos="7239"/>
        <p:guide pos="13527"/>
        <p:guide pos="14031"/>
        <p:guide pos="20319"/>
        <p:guide pos="20837"/>
        <p:guide pos="27125"/>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ArialNarrow-bold.fntdata"/><Relationship Id="rId10" Type="http://schemas.openxmlformats.org/officeDocument/2006/relationships/font" Target="fonts/ArialNarrow-regular.fntdata"/><Relationship Id="rId13" Type="http://schemas.openxmlformats.org/officeDocument/2006/relationships/font" Target="fonts/ArialNarrow-boldItalic.fntdata"/><Relationship Id="rId12" Type="http://schemas.openxmlformats.org/officeDocument/2006/relationships/font" Target="fonts/ArialNarrow-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15" Type="http://customschemas.google.com/relationships/presentationmetadata" Target="metadata"/><Relationship Id="rId14" Type="http://schemas.openxmlformats.org/officeDocument/2006/relationships/font" Target="fonts/ArialBlack-regular.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7840" cy="464820"/>
          </a:xfrm>
          <a:prstGeom prst="rect">
            <a:avLst/>
          </a:prstGeom>
          <a:noFill/>
          <a:ln>
            <a:noFill/>
          </a:ln>
        </p:spPr>
        <p:txBody>
          <a:bodyPr anchorCtr="0" anchor="t" bIns="46575" lIns="93175" spcFirstLastPara="1" rIns="93175" wrap="square" tIns="46575">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9pPr>
          </a:lstStyle>
          <a:p/>
        </p:txBody>
      </p:sp>
      <p:sp>
        <p:nvSpPr>
          <p:cNvPr id="4" name="Google Shape;4;n"/>
          <p:cNvSpPr txBox="1"/>
          <p:nvPr>
            <p:ph idx="10" type="dt"/>
          </p:nvPr>
        </p:nvSpPr>
        <p:spPr>
          <a:xfrm>
            <a:off x="3970938" y="0"/>
            <a:ext cx="3037840" cy="464820"/>
          </a:xfrm>
          <a:prstGeom prst="rect">
            <a:avLst/>
          </a:prstGeom>
          <a:noFill/>
          <a:ln>
            <a:noFill/>
          </a:ln>
        </p:spPr>
        <p:txBody>
          <a:bodyPr anchorCtr="0" anchor="t" bIns="46575" lIns="93175" spcFirstLastPara="1" rIns="93175" wrap="square" tIns="46575">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9pPr>
          </a:lstStyle>
          <a:p/>
        </p:txBody>
      </p:sp>
      <p:sp>
        <p:nvSpPr>
          <p:cNvPr id="5" name="Google Shape;5;n"/>
          <p:cNvSpPr/>
          <p:nvPr>
            <p:ph idx="3"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29967"/>
            <a:ext cx="3037840" cy="464820"/>
          </a:xfrm>
          <a:prstGeom prst="rect">
            <a:avLst/>
          </a:prstGeom>
          <a:noFill/>
          <a:ln>
            <a:noFill/>
          </a:ln>
        </p:spPr>
        <p:txBody>
          <a:bodyPr anchorCtr="0" anchor="b" bIns="46575" lIns="93175" spcFirstLastPara="1" rIns="93175" wrap="square" tIns="46575">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2pPr>
            <a:lvl3pPr lvl="2"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3pPr>
            <a:lvl4pPr lvl="3"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4pPr>
            <a:lvl5pPr lvl="4"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5pPr>
            <a:lvl6pPr lvl="5"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6pPr>
            <a:lvl7pPr lvl="6"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7pPr>
            <a:lvl8pPr lvl="7"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8pPr>
            <a:lvl9pPr lvl="8" marR="0" rtl="0" algn="l">
              <a:spcBef>
                <a:spcPts val="0"/>
              </a:spcBef>
              <a:spcAft>
                <a:spcPts val="0"/>
              </a:spcAft>
              <a:buSzPts val="1400"/>
              <a:buNone/>
              <a:defRPr b="0" i="0" sz="2880" u="none" cap="none" strike="noStrike">
                <a:solidFill>
                  <a:schemeClr val="dk1"/>
                </a:solidFill>
                <a:latin typeface="Arial Narrow"/>
                <a:ea typeface="Arial Narrow"/>
                <a:cs typeface="Arial Narrow"/>
                <a:sym typeface="Arial Narrow"/>
              </a:defRPr>
            </a:lvl9pPr>
          </a:lstStyle>
          <a:p/>
        </p:txBody>
      </p:sp>
      <p:sp>
        <p:nvSpPr>
          <p:cNvPr id="8" name="Google Shape;8;n"/>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txBox="1"/>
          <p:nvPr>
            <p:ph idx="12" type="sldNum"/>
          </p:nvPr>
        </p:nvSpPr>
        <p:spPr>
          <a:xfrm>
            <a:off x="3970938" y="8829967"/>
            <a:ext cx="3037840" cy="464820"/>
          </a:xfrm>
          <a:prstGeom prst="rect">
            <a:avLst/>
          </a:prstGeom>
          <a:noFill/>
          <a:ln>
            <a:noFill/>
          </a:ln>
        </p:spPr>
        <p:txBody>
          <a:bodyPr anchorCtr="0" anchor="b" bIns="46575" lIns="93175" spcFirstLastPara="1" rIns="93175" wrap="square" tIns="46575">
            <a:noAutofit/>
          </a:bodyPr>
          <a:lstStyle/>
          <a:p>
            <a:pPr indent="0" lvl="0" marL="0" rtl="0" algn="r">
              <a:spcBef>
                <a:spcPts val="0"/>
              </a:spcBef>
              <a:spcAft>
                <a:spcPts val="0"/>
              </a:spcAft>
              <a:buNone/>
            </a:pPr>
            <a:fld id="{00000000-1234-1234-1234-123412341234}" type="slidenum">
              <a:rPr lang="en-US"/>
              <a:t>‹#›</a:t>
            </a:fld>
            <a:endParaRPr/>
          </a:p>
        </p:txBody>
      </p:sp>
      <p:sp>
        <p:nvSpPr>
          <p:cNvPr id="148" name="Google Shape;148;p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1:notes"/>
          <p:cNvSpPr txBox="1"/>
          <p:nvPr>
            <p:ph idx="1" type="body"/>
          </p:nvPr>
        </p:nvSpPr>
        <p:spPr>
          <a:xfrm>
            <a:off x="701040" y="4415790"/>
            <a:ext cx="5608320" cy="4183380"/>
          </a:xfrm>
          <a:prstGeom prst="rect">
            <a:avLst/>
          </a:prstGeom>
          <a:noFill/>
          <a:ln>
            <a:noFill/>
          </a:ln>
        </p:spPr>
        <p:txBody>
          <a:bodyPr anchorCtr="0" anchor="t" bIns="46575" lIns="93175" spcFirstLastPara="1" rIns="93175" wrap="square" tIns="4657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0" name="Shape 20"/>
        <p:cNvGrpSpPr/>
        <p:nvPr/>
      </p:nvGrpSpPr>
      <p:grpSpPr>
        <a:xfrm>
          <a:off x="0" y="0"/>
          <a:ext cx="0" cy="0"/>
          <a:chOff x="0" y="0"/>
          <a:chExt cx="0" cy="0"/>
        </a:xfrm>
      </p:grpSpPr>
      <p:sp>
        <p:nvSpPr>
          <p:cNvPr id="21" name="Google Shape;21;p3"/>
          <p:cNvSpPr txBox="1"/>
          <p:nvPr>
            <p:ph type="ctrTitle"/>
          </p:nvPr>
        </p:nvSpPr>
        <p:spPr>
          <a:xfrm>
            <a:off x="3292477" y="10226676"/>
            <a:ext cx="37306252" cy="70548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2" name="Google Shape;22;p3"/>
          <p:cNvSpPr txBox="1"/>
          <p:nvPr>
            <p:ph idx="1" type="subTitle"/>
          </p:nvPr>
        </p:nvSpPr>
        <p:spPr>
          <a:xfrm>
            <a:off x="6583365" y="18653127"/>
            <a:ext cx="30724475" cy="8413749"/>
          </a:xfrm>
          <a:prstGeom prst="rect">
            <a:avLst/>
          </a:prstGeom>
          <a:noFill/>
          <a:ln>
            <a:noFill/>
          </a:ln>
        </p:spPr>
        <p:txBody>
          <a:bodyPr anchorCtr="0" anchor="t" bIns="380325" lIns="380325" spcFirstLastPara="1" rIns="380325" wrap="square" tIns="380325">
            <a:noAutofit/>
          </a:bodyPr>
          <a:lstStyle>
            <a:lvl1pPr lvl="0" algn="ctr">
              <a:spcBef>
                <a:spcPts val="512"/>
              </a:spcBef>
              <a:spcAft>
                <a:spcPts val="0"/>
              </a:spcAft>
              <a:buClr>
                <a:schemeClr val="dk1"/>
              </a:buClr>
              <a:buSzPts val="2560"/>
              <a:buFont typeface="Arial"/>
              <a:buNone/>
              <a:defRPr/>
            </a:lvl1pPr>
            <a:lvl2pPr lvl="1" algn="ctr">
              <a:spcBef>
                <a:spcPts val="512"/>
              </a:spcBef>
              <a:spcAft>
                <a:spcPts val="0"/>
              </a:spcAft>
              <a:buClr>
                <a:schemeClr val="dk1"/>
              </a:buClr>
              <a:buSzPts val="2560"/>
              <a:buFont typeface="Arial"/>
              <a:buNone/>
              <a:defRPr/>
            </a:lvl2pPr>
            <a:lvl3pPr lvl="2" algn="ctr">
              <a:spcBef>
                <a:spcPts val="427"/>
              </a:spcBef>
              <a:spcAft>
                <a:spcPts val="0"/>
              </a:spcAft>
              <a:buClr>
                <a:schemeClr val="dk1"/>
              </a:buClr>
              <a:buSzPts val="2133"/>
              <a:buFont typeface="Arial"/>
              <a:buNone/>
              <a:defRPr/>
            </a:lvl3pPr>
            <a:lvl4pPr lvl="3" algn="ctr">
              <a:spcBef>
                <a:spcPts val="341"/>
              </a:spcBef>
              <a:spcAft>
                <a:spcPts val="0"/>
              </a:spcAft>
              <a:buClr>
                <a:schemeClr val="dk1"/>
              </a:buClr>
              <a:buSzPts val="1707"/>
              <a:buFont typeface="Arial"/>
              <a:buNone/>
              <a:defRPr/>
            </a:lvl4pPr>
            <a:lvl5pPr lvl="4" algn="ctr">
              <a:spcBef>
                <a:spcPts val="341"/>
              </a:spcBef>
              <a:spcAft>
                <a:spcPts val="0"/>
              </a:spcAft>
              <a:buClr>
                <a:schemeClr val="dk1"/>
              </a:buClr>
              <a:buSzPts val="1707"/>
              <a:buFont typeface="Arial"/>
              <a:buNone/>
              <a:defRPr/>
            </a:lvl5pPr>
            <a:lvl6pPr lvl="5" algn="ctr">
              <a:spcBef>
                <a:spcPts val="341"/>
              </a:spcBef>
              <a:spcAft>
                <a:spcPts val="0"/>
              </a:spcAft>
              <a:buClr>
                <a:schemeClr val="dk1"/>
              </a:buClr>
              <a:buSzPts val="1707"/>
              <a:buFont typeface="Arial"/>
              <a:buNone/>
              <a:defRPr/>
            </a:lvl6pPr>
            <a:lvl7pPr lvl="6" algn="ctr">
              <a:spcBef>
                <a:spcPts val="341"/>
              </a:spcBef>
              <a:spcAft>
                <a:spcPts val="0"/>
              </a:spcAft>
              <a:buClr>
                <a:schemeClr val="dk1"/>
              </a:buClr>
              <a:buSzPts val="1707"/>
              <a:buFont typeface="Arial"/>
              <a:buNone/>
              <a:defRPr/>
            </a:lvl7pPr>
            <a:lvl8pPr lvl="7" algn="ctr">
              <a:spcBef>
                <a:spcPts val="341"/>
              </a:spcBef>
              <a:spcAft>
                <a:spcPts val="0"/>
              </a:spcAft>
              <a:buClr>
                <a:schemeClr val="dk1"/>
              </a:buClr>
              <a:buSzPts val="1707"/>
              <a:buFont typeface="Arial"/>
              <a:buNone/>
              <a:defRPr/>
            </a:lvl8pPr>
            <a:lvl9pPr lvl="8" algn="ctr">
              <a:spcBef>
                <a:spcPts val="341"/>
              </a:spcBef>
              <a:spcAft>
                <a:spcPts val="0"/>
              </a:spcAft>
              <a:buClr>
                <a:schemeClr val="dk1"/>
              </a:buClr>
              <a:buSzPts val="1707"/>
              <a:buFont typeface="Arial"/>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3" name="Shape 23"/>
        <p:cNvGrpSpPr/>
        <p:nvPr/>
      </p:nvGrpSpPr>
      <p:grpSpPr>
        <a:xfrm>
          <a:off x="0" y="0"/>
          <a:ext cx="0" cy="0"/>
          <a:chOff x="0" y="0"/>
          <a:chExt cx="0" cy="0"/>
        </a:xfrm>
      </p:grpSpPr>
      <p:sp>
        <p:nvSpPr>
          <p:cNvPr id="24" name="Google Shape;24;p4"/>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5" name="Google Shape;25;p4"/>
          <p:cNvSpPr txBox="1"/>
          <p:nvPr>
            <p:ph idx="1" type="body"/>
          </p:nvPr>
        </p:nvSpPr>
        <p:spPr>
          <a:xfrm>
            <a:off x="693421" y="5638800"/>
            <a:ext cx="9974580" cy="2656332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5"/>
          <p:cNvSpPr txBox="1"/>
          <p:nvPr>
            <p:ph type="title"/>
          </p:nvPr>
        </p:nvSpPr>
        <p:spPr>
          <a:xfrm>
            <a:off x="3467103" y="21153440"/>
            <a:ext cx="37307839" cy="6537326"/>
          </a:xfrm>
          <a:prstGeom prst="rect">
            <a:avLst/>
          </a:prstGeom>
          <a:noFill/>
          <a:ln>
            <a:noFill/>
          </a:ln>
        </p:spPr>
        <p:txBody>
          <a:bodyPr anchorCtr="0" anchor="t" bIns="38000" lIns="76050" spcFirstLastPara="1" rIns="76050" wrap="square" tIns="38000">
            <a:noAutofit/>
          </a:bodyPr>
          <a:lstStyle>
            <a:lvl1pPr lvl="0" algn="l">
              <a:spcBef>
                <a:spcPts val="0"/>
              </a:spcBef>
              <a:spcAft>
                <a:spcPts val="0"/>
              </a:spcAft>
              <a:buSzPts val="1400"/>
              <a:buNone/>
              <a:defRPr b="1" sz="352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8" name="Google Shape;28;p5"/>
          <p:cNvSpPr txBox="1"/>
          <p:nvPr>
            <p:ph idx="1" type="body"/>
          </p:nvPr>
        </p:nvSpPr>
        <p:spPr>
          <a:xfrm>
            <a:off x="3467103" y="13952538"/>
            <a:ext cx="37307839" cy="7200900"/>
          </a:xfrm>
          <a:prstGeom prst="rect">
            <a:avLst/>
          </a:prstGeom>
          <a:noFill/>
          <a:ln>
            <a:noFill/>
          </a:ln>
        </p:spPr>
        <p:txBody>
          <a:bodyPr anchorCtr="0" anchor="b" bIns="380325" lIns="380325" spcFirstLastPara="1" rIns="380325" wrap="square" tIns="380325">
            <a:noAutofit/>
          </a:bodyPr>
          <a:lstStyle>
            <a:lvl1pPr indent="-228600" lvl="0" marL="457200" algn="l">
              <a:spcBef>
                <a:spcPts val="363"/>
              </a:spcBef>
              <a:spcAft>
                <a:spcPts val="0"/>
              </a:spcAft>
              <a:buClr>
                <a:schemeClr val="dk1"/>
              </a:buClr>
              <a:buSzPts val="1813"/>
              <a:buFont typeface="Arial"/>
              <a:buNone/>
              <a:defRPr sz="1813"/>
            </a:lvl1pPr>
            <a:lvl2pPr indent="-228600" lvl="1" marL="914400" algn="l">
              <a:spcBef>
                <a:spcPts val="320"/>
              </a:spcBef>
              <a:spcAft>
                <a:spcPts val="0"/>
              </a:spcAft>
              <a:buClr>
                <a:schemeClr val="dk1"/>
              </a:buClr>
              <a:buSzPts val="1600"/>
              <a:buFont typeface="Arial"/>
              <a:buNone/>
              <a:defRPr sz="1600"/>
            </a:lvl2pPr>
            <a:lvl3pPr indent="-228600" lvl="2" marL="1371600" algn="l">
              <a:spcBef>
                <a:spcPts val="277"/>
              </a:spcBef>
              <a:spcAft>
                <a:spcPts val="0"/>
              </a:spcAft>
              <a:buClr>
                <a:schemeClr val="dk1"/>
              </a:buClr>
              <a:buSzPts val="1387"/>
              <a:buFont typeface="Arial"/>
              <a:buNone/>
              <a:defRPr sz="1387"/>
            </a:lvl3pPr>
            <a:lvl4pPr indent="-228600" lvl="3" marL="1828800" algn="l">
              <a:spcBef>
                <a:spcPts val="256"/>
              </a:spcBef>
              <a:spcAft>
                <a:spcPts val="0"/>
              </a:spcAft>
              <a:buClr>
                <a:schemeClr val="dk1"/>
              </a:buClr>
              <a:buSzPts val="1280"/>
              <a:buFont typeface="Arial"/>
              <a:buNone/>
              <a:defRPr sz="1280"/>
            </a:lvl4pPr>
            <a:lvl5pPr indent="-228600" lvl="4" marL="2286000" algn="l">
              <a:spcBef>
                <a:spcPts val="256"/>
              </a:spcBef>
              <a:spcAft>
                <a:spcPts val="0"/>
              </a:spcAft>
              <a:buClr>
                <a:schemeClr val="dk1"/>
              </a:buClr>
              <a:buSzPts val="1280"/>
              <a:buFont typeface="Arial"/>
              <a:buNone/>
              <a:defRPr sz="1280"/>
            </a:lvl5pPr>
            <a:lvl6pPr indent="-228600" lvl="5" marL="2743200" algn="l">
              <a:spcBef>
                <a:spcPts val="256"/>
              </a:spcBef>
              <a:spcAft>
                <a:spcPts val="0"/>
              </a:spcAft>
              <a:buClr>
                <a:schemeClr val="dk1"/>
              </a:buClr>
              <a:buSzPts val="1280"/>
              <a:buFont typeface="Arial"/>
              <a:buNone/>
              <a:defRPr sz="1280"/>
            </a:lvl6pPr>
            <a:lvl7pPr indent="-228600" lvl="6" marL="3200400" algn="l">
              <a:spcBef>
                <a:spcPts val="256"/>
              </a:spcBef>
              <a:spcAft>
                <a:spcPts val="0"/>
              </a:spcAft>
              <a:buClr>
                <a:schemeClr val="dk1"/>
              </a:buClr>
              <a:buSzPts val="1280"/>
              <a:buFont typeface="Arial"/>
              <a:buNone/>
              <a:defRPr sz="1280"/>
            </a:lvl7pPr>
            <a:lvl8pPr indent="-228600" lvl="7" marL="3657600" algn="l">
              <a:spcBef>
                <a:spcPts val="256"/>
              </a:spcBef>
              <a:spcAft>
                <a:spcPts val="0"/>
              </a:spcAft>
              <a:buClr>
                <a:schemeClr val="dk1"/>
              </a:buClr>
              <a:buSzPts val="1280"/>
              <a:buFont typeface="Arial"/>
              <a:buNone/>
              <a:defRPr sz="1280"/>
            </a:lvl8pPr>
            <a:lvl9pPr indent="-228600" lvl="8" marL="4114800" algn="l">
              <a:spcBef>
                <a:spcPts val="256"/>
              </a:spcBef>
              <a:spcAft>
                <a:spcPts val="0"/>
              </a:spcAft>
              <a:buClr>
                <a:schemeClr val="dk1"/>
              </a:buClr>
              <a:buSzPts val="1280"/>
              <a:buFont typeface="Arial"/>
              <a:buNone/>
              <a:defRPr sz="128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1" name="Google Shape;31;p6"/>
          <p:cNvSpPr txBox="1"/>
          <p:nvPr>
            <p:ph idx="1" type="body"/>
          </p:nvPr>
        </p:nvSpPr>
        <p:spPr>
          <a:xfrm>
            <a:off x="693739" y="5638802"/>
            <a:ext cx="4910137" cy="26563638"/>
          </a:xfrm>
          <a:prstGeom prst="rect">
            <a:avLst/>
          </a:prstGeom>
          <a:noFill/>
          <a:ln>
            <a:noFill/>
          </a:ln>
        </p:spPr>
        <p:txBody>
          <a:bodyPr anchorCtr="0" anchor="t" bIns="380325" lIns="380325" spcFirstLastPara="1" rIns="380325" wrap="square" tIns="380325">
            <a:noAutofit/>
          </a:bodyPr>
          <a:lstStyle>
            <a:lvl1pPr indent="-384366" lvl="0" marL="457200" algn="l">
              <a:spcBef>
                <a:spcPts val="491"/>
              </a:spcBef>
              <a:spcAft>
                <a:spcPts val="0"/>
              </a:spcAft>
              <a:buClr>
                <a:schemeClr val="dk1"/>
              </a:buClr>
              <a:buSzPts val="2453"/>
              <a:buFont typeface="Arial"/>
              <a:buChar char="•"/>
              <a:defRPr sz="2453"/>
            </a:lvl1pPr>
            <a:lvl2pPr indent="-364046" lvl="1" marL="914400" algn="l">
              <a:spcBef>
                <a:spcPts val="427"/>
              </a:spcBef>
              <a:spcAft>
                <a:spcPts val="0"/>
              </a:spcAft>
              <a:buClr>
                <a:schemeClr val="dk1"/>
              </a:buClr>
              <a:buSzPts val="2133"/>
              <a:buFont typeface="Arial"/>
              <a:buChar char="–"/>
              <a:defRPr sz="2133"/>
            </a:lvl2pPr>
            <a:lvl3pPr indent="-343726" lvl="2" marL="1371600" algn="l">
              <a:spcBef>
                <a:spcPts val="363"/>
              </a:spcBef>
              <a:spcAft>
                <a:spcPts val="0"/>
              </a:spcAft>
              <a:buClr>
                <a:schemeClr val="dk1"/>
              </a:buClr>
              <a:buSzPts val="1813"/>
              <a:buFont typeface="Arial"/>
              <a:buChar char="•"/>
              <a:defRPr sz="1813"/>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32" name="Google Shape;32;p6"/>
          <p:cNvSpPr txBox="1"/>
          <p:nvPr>
            <p:ph idx="2" type="body"/>
          </p:nvPr>
        </p:nvSpPr>
        <p:spPr>
          <a:xfrm>
            <a:off x="5756275" y="5638802"/>
            <a:ext cx="4911725" cy="26563638"/>
          </a:xfrm>
          <a:prstGeom prst="rect">
            <a:avLst/>
          </a:prstGeom>
          <a:noFill/>
          <a:ln>
            <a:noFill/>
          </a:ln>
        </p:spPr>
        <p:txBody>
          <a:bodyPr anchorCtr="0" anchor="t" bIns="380325" lIns="380325" spcFirstLastPara="1" rIns="380325" wrap="square" tIns="380325">
            <a:noAutofit/>
          </a:bodyPr>
          <a:lstStyle>
            <a:lvl1pPr indent="-384366" lvl="0" marL="457200" algn="l">
              <a:spcBef>
                <a:spcPts val="491"/>
              </a:spcBef>
              <a:spcAft>
                <a:spcPts val="0"/>
              </a:spcAft>
              <a:buClr>
                <a:schemeClr val="dk1"/>
              </a:buClr>
              <a:buSzPts val="2453"/>
              <a:buFont typeface="Arial"/>
              <a:buChar char="•"/>
              <a:defRPr sz="2453"/>
            </a:lvl1pPr>
            <a:lvl2pPr indent="-364046" lvl="1" marL="914400" algn="l">
              <a:spcBef>
                <a:spcPts val="427"/>
              </a:spcBef>
              <a:spcAft>
                <a:spcPts val="0"/>
              </a:spcAft>
              <a:buClr>
                <a:schemeClr val="dk1"/>
              </a:buClr>
              <a:buSzPts val="2133"/>
              <a:buFont typeface="Arial"/>
              <a:buChar char="–"/>
              <a:defRPr sz="2133"/>
            </a:lvl2pPr>
            <a:lvl3pPr indent="-343726" lvl="2" marL="1371600" algn="l">
              <a:spcBef>
                <a:spcPts val="363"/>
              </a:spcBef>
              <a:spcAft>
                <a:spcPts val="0"/>
              </a:spcAft>
              <a:buClr>
                <a:schemeClr val="dk1"/>
              </a:buClr>
              <a:buSzPts val="1813"/>
              <a:buFont typeface="Arial"/>
              <a:buChar char="•"/>
              <a:defRPr sz="1813"/>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3" name="Shape 33"/>
        <p:cNvGrpSpPr/>
        <p:nvPr/>
      </p:nvGrpSpPr>
      <p:grpSpPr>
        <a:xfrm>
          <a:off x="0" y="0"/>
          <a:ext cx="0" cy="0"/>
          <a:chOff x="0" y="0"/>
          <a:chExt cx="0" cy="0"/>
        </a:xfrm>
      </p:grpSpPr>
      <p:sp>
        <p:nvSpPr>
          <p:cNvPr id="34" name="Google Shape;34;p7"/>
          <p:cNvSpPr txBox="1"/>
          <p:nvPr>
            <p:ph type="title"/>
          </p:nvPr>
        </p:nvSpPr>
        <p:spPr>
          <a:xfrm>
            <a:off x="2193926" y="1317626"/>
            <a:ext cx="39503351" cy="548640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7"/>
          <p:cNvSpPr txBox="1"/>
          <p:nvPr>
            <p:ph idx="1" type="body"/>
          </p:nvPr>
        </p:nvSpPr>
        <p:spPr>
          <a:xfrm>
            <a:off x="2193926" y="7369178"/>
            <a:ext cx="19392901"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3"/>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36" name="Google Shape;36;p7"/>
          <p:cNvSpPr txBox="1"/>
          <p:nvPr>
            <p:ph idx="2" type="body"/>
          </p:nvPr>
        </p:nvSpPr>
        <p:spPr>
          <a:xfrm>
            <a:off x="2193926" y="10439402"/>
            <a:ext cx="19392901" cy="18965864"/>
          </a:xfrm>
          <a:prstGeom prst="rect">
            <a:avLst/>
          </a:prstGeom>
          <a:noFill/>
          <a:ln>
            <a:noFill/>
          </a:ln>
        </p:spPr>
        <p:txBody>
          <a:bodyPr anchorCtr="0" anchor="t" bIns="380325" lIns="380325" spcFirstLastPara="1" rIns="380325" wrap="square" tIns="380325">
            <a:noAutofit/>
          </a:bodyPr>
          <a:lstStyle>
            <a:lvl1pPr indent="-364046"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3"/>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
        <p:nvSpPr>
          <p:cNvPr id="37" name="Google Shape;37;p7"/>
          <p:cNvSpPr txBox="1"/>
          <p:nvPr>
            <p:ph idx="3" type="body"/>
          </p:nvPr>
        </p:nvSpPr>
        <p:spPr>
          <a:xfrm>
            <a:off x="22296440" y="7369178"/>
            <a:ext cx="19400837"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3"/>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38" name="Google Shape;38;p7"/>
          <p:cNvSpPr txBox="1"/>
          <p:nvPr>
            <p:ph idx="4" type="body"/>
          </p:nvPr>
        </p:nvSpPr>
        <p:spPr>
          <a:xfrm>
            <a:off x="22296440" y="10439402"/>
            <a:ext cx="19400837" cy="18965864"/>
          </a:xfrm>
          <a:prstGeom prst="rect">
            <a:avLst/>
          </a:prstGeom>
          <a:noFill/>
          <a:ln>
            <a:noFill/>
          </a:ln>
        </p:spPr>
        <p:txBody>
          <a:bodyPr anchorCtr="0" anchor="t" bIns="380325" lIns="380325" spcFirstLastPara="1" rIns="380325" wrap="square" tIns="380325">
            <a:noAutofit/>
          </a:bodyPr>
          <a:lstStyle>
            <a:lvl1pPr indent="-364046"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3"/>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8"/>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2" name="Shape 42"/>
        <p:cNvGrpSpPr/>
        <p:nvPr/>
      </p:nvGrpSpPr>
      <p:grpSpPr>
        <a:xfrm>
          <a:off x="0" y="0"/>
          <a:ext cx="0" cy="0"/>
          <a:chOff x="0" y="0"/>
          <a:chExt cx="0" cy="0"/>
        </a:xfrm>
      </p:grpSpPr>
      <p:sp>
        <p:nvSpPr>
          <p:cNvPr id="43" name="Google Shape;43;p10"/>
          <p:cNvSpPr txBox="1"/>
          <p:nvPr>
            <p:ph type="title"/>
          </p:nvPr>
        </p:nvSpPr>
        <p:spPr>
          <a:xfrm>
            <a:off x="2193926" y="1311276"/>
            <a:ext cx="14439901" cy="5576889"/>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3"/>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10"/>
          <p:cNvSpPr txBox="1"/>
          <p:nvPr>
            <p:ph idx="1" type="body"/>
          </p:nvPr>
        </p:nvSpPr>
        <p:spPr>
          <a:xfrm>
            <a:off x="17160875" y="1311276"/>
            <a:ext cx="24536400" cy="28093989"/>
          </a:xfrm>
          <a:prstGeom prst="rect">
            <a:avLst/>
          </a:prstGeom>
          <a:noFill/>
          <a:ln>
            <a:noFill/>
          </a:ln>
        </p:spPr>
        <p:txBody>
          <a:bodyPr anchorCtr="0" anchor="t" bIns="380325" lIns="380325" spcFirstLastPara="1" rIns="380325" wrap="square" tIns="380325">
            <a:noAutofit/>
          </a:bodyPr>
          <a:lstStyle>
            <a:lvl1pPr indent="-411480" lvl="0" marL="457200" algn="l">
              <a:spcBef>
                <a:spcPts val="576"/>
              </a:spcBef>
              <a:spcAft>
                <a:spcPts val="0"/>
              </a:spcAft>
              <a:buClr>
                <a:schemeClr val="dk1"/>
              </a:buClr>
              <a:buSzPts val="2880"/>
              <a:buFont typeface="Arial"/>
              <a:buChar char="•"/>
              <a:defRPr sz="2880"/>
            </a:lvl1pPr>
            <a:lvl2pPr indent="-384366" lvl="1" marL="914400" algn="l">
              <a:spcBef>
                <a:spcPts val="491"/>
              </a:spcBef>
              <a:spcAft>
                <a:spcPts val="0"/>
              </a:spcAft>
              <a:buClr>
                <a:schemeClr val="dk1"/>
              </a:buClr>
              <a:buSzPts val="2453"/>
              <a:buFont typeface="Arial"/>
              <a:buChar char="–"/>
              <a:defRPr sz="2453"/>
            </a:lvl2pPr>
            <a:lvl3pPr indent="-364046" lvl="2" marL="1371600" algn="l">
              <a:spcBef>
                <a:spcPts val="427"/>
              </a:spcBef>
              <a:spcAft>
                <a:spcPts val="0"/>
              </a:spcAft>
              <a:buClr>
                <a:schemeClr val="dk1"/>
              </a:buClr>
              <a:buSzPts val="2133"/>
              <a:buFont typeface="Arial"/>
              <a:buChar char="•"/>
              <a:defRPr sz="2133"/>
            </a:lvl3pPr>
            <a:lvl4pPr indent="-343726" lvl="3" marL="1828800" algn="l">
              <a:spcBef>
                <a:spcPts val="363"/>
              </a:spcBef>
              <a:spcAft>
                <a:spcPts val="0"/>
              </a:spcAft>
              <a:buClr>
                <a:schemeClr val="dk1"/>
              </a:buClr>
              <a:buSzPts val="1813"/>
              <a:buFont typeface="Arial"/>
              <a:buChar char="–"/>
              <a:defRPr sz="1813"/>
            </a:lvl4pPr>
            <a:lvl5pPr indent="-343726" lvl="4" marL="2286000" algn="l">
              <a:spcBef>
                <a:spcPts val="363"/>
              </a:spcBef>
              <a:spcAft>
                <a:spcPts val="0"/>
              </a:spcAft>
              <a:buClr>
                <a:schemeClr val="dk1"/>
              </a:buClr>
              <a:buSzPts val="1813"/>
              <a:buFont typeface="Arial"/>
              <a:buChar char="»"/>
              <a:defRPr sz="1813"/>
            </a:lvl5pPr>
            <a:lvl6pPr indent="-343726" lvl="5" marL="2743200" algn="l">
              <a:spcBef>
                <a:spcPts val="363"/>
              </a:spcBef>
              <a:spcAft>
                <a:spcPts val="0"/>
              </a:spcAft>
              <a:buClr>
                <a:schemeClr val="dk1"/>
              </a:buClr>
              <a:buSzPts val="1813"/>
              <a:buFont typeface="Arial"/>
              <a:buChar char="»"/>
              <a:defRPr sz="1813"/>
            </a:lvl6pPr>
            <a:lvl7pPr indent="-343726" lvl="6" marL="3200400" algn="l">
              <a:spcBef>
                <a:spcPts val="363"/>
              </a:spcBef>
              <a:spcAft>
                <a:spcPts val="0"/>
              </a:spcAft>
              <a:buClr>
                <a:schemeClr val="dk1"/>
              </a:buClr>
              <a:buSzPts val="1813"/>
              <a:buFont typeface="Arial"/>
              <a:buChar char="»"/>
              <a:defRPr sz="1813"/>
            </a:lvl7pPr>
            <a:lvl8pPr indent="-343726" lvl="7" marL="3657600" algn="l">
              <a:spcBef>
                <a:spcPts val="363"/>
              </a:spcBef>
              <a:spcAft>
                <a:spcPts val="0"/>
              </a:spcAft>
              <a:buClr>
                <a:schemeClr val="dk1"/>
              </a:buClr>
              <a:buSzPts val="1813"/>
              <a:buFont typeface="Arial"/>
              <a:buChar char="»"/>
              <a:defRPr sz="1813"/>
            </a:lvl8pPr>
            <a:lvl9pPr indent="-343726" lvl="8" marL="4114800" algn="l">
              <a:spcBef>
                <a:spcPts val="363"/>
              </a:spcBef>
              <a:spcAft>
                <a:spcPts val="0"/>
              </a:spcAft>
              <a:buClr>
                <a:schemeClr val="dk1"/>
              </a:buClr>
              <a:buSzPts val="1813"/>
              <a:buFont typeface="Arial"/>
              <a:buChar char="»"/>
              <a:defRPr sz="1813"/>
            </a:lvl9pPr>
          </a:lstStyle>
          <a:p/>
        </p:txBody>
      </p:sp>
      <p:sp>
        <p:nvSpPr>
          <p:cNvPr id="45" name="Google Shape;45;p10"/>
          <p:cNvSpPr txBox="1"/>
          <p:nvPr>
            <p:ph idx="2" type="body"/>
          </p:nvPr>
        </p:nvSpPr>
        <p:spPr>
          <a:xfrm>
            <a:off x="2193926" y="6888164"/>
            <a:ext cx="14439901" cy="22517100"/>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6" name="Shape 46"/>
        <p:cNvGrpSpPr/>
        <p:nvPr/>
      </p:nvGrpSpPr>
      <p:grpSpPr>
        <a:xfrm>
          <a:off x="0" y="0"/>
          <a:ext cx="0" cy="0"/>
          <a:chOff x="0" y="0"/>
          <a:chExt cx="0" cy="0"/>
        </a:xfrm>
      </p:grpSpPr>
      <p:sp>
        <p:nvSpPr>
          <p:cNvPr id="47" name="Google Shape;47;p11"/>
          <p:cNvSpPr txBox="1"/>
          <p:nvPr>
            <p:ph type="title"/>
          </p:nvPr>
        </p:nvSpPr>
        <p:spPr>
          <a:xfrm>
            <a:off x="8602664" y="23042566"/>
            <a:ext cx="26335037" cy="2720975"/>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3"/>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11"/>
          <p:cNvSpPr/>
          <p:nvPr>
            <p:ph idx="2" type="pic"/>
          </p:nvPr>
        </p:nvSpPr>
        <p:spPr>
          <a:xfrm>
            <a:off x="8602664" y="2941640"/>
            <a:ext cx="26335037" cy="19750088"/>
          </a:xfrm>
          <a:prstGeom prst="rect">
            <a:avLst/>
          </a:prstGeom>
          <a:noFill/>
          <a:ln>
            <a:noFill/>
          </a:ln>
        </p:spPr>
      </p:sp>
      <p:sp>
        <p:nvSpPr>
          <p:cNvPr id="49" name="Google Shape;49;p11"/>
          <p:cNvSpPr txBox="1"/>
          <p:nvPr>
            <p:ph idx="1" type="body"/>
          </p:nvPr>
        </p:nvSpPr>
        <p:spPr>
          <a:xfrm>
            <a:off x="8602664" y="25763540"/>
            <a:ext cx="26335037" cy="3862388"/>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50" name="Shape 50"/>
        <p:cNvGrpSpPr/>
        <p:nvPr/>
      </p:nvGrpSpPr>
      <p:grpSpPr>
        <a:xfrm>
          <a:off x="0" y="0"/>
          <a:ext cx="0" cy="0"/>
          <a:chOff x="0" y="0"/>
          <a:chExt cx="0" cy="0"/>
        </a:xfrm>
      </p:grpSpPr>
      <p:sp>
        <p:nvSpPr>
          <p:cNvPr id="51" name="Google Shape;51;p12"/>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12"/>
          <p:cNvSpPr txBox="1"/>
          <p:nvPr>
            <p:ph idx="1" type="body"/>
          </p:nvPr>
        </p:nvSpPr>
        <p:spPr>
          <a:xfrm rot="5400000">
            <a:off x="-7600949" y="13933170"/>
            <a:ext cx="26563320" cy="997458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53" name="Shape 53"/>
        <p:cNvGrpSpPr/>
        <p:nvPr/>
      </p:nvGrpSpPr>
      <p:grpSpPr>
        <a:xfrm>
          <a:off x="0" y="0"/>
          <a:ext cx="0" cy="0"/>
          <a:chOff x="0" y="0"/>
          <a:chExt cx="0" cy="0"/>
        </a:xfrm>
      </p:grpSpPr>
      <p:sp>
        <p:nvSpPr>
          <p:cNvPr id="54" name="Google Shape;54;p13"/>
          <p:cNvSpPr txBox="1"/>
          <p:nvPr>
            <p:ph type="title"/>
          </p:nvPr>
        </p:nvSpPr>
        <p:spPr>
          <a:xfrm rot="5400000">
            <a:off x="22146421" y="11464134"/>
            <a:ext cx="30929264" cy="105473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13"/>
          <p:cNvSpPr txBox="1"/>
          <p:nvPr>
            <p:ph idx="1" type="body"/>
          </p:nvPr>
        </p:nvSpPr>
        <p:spPr>
          <a:xfrm rot="5400000">
            <a:off x="974727" y="992189"/>
            <a:ext cx="30929264" cy="31491239"/>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6" name="Shape 66"/>
        <p:cNvGrpSpPr/>
        <p:nvPr/>
      </p:nvGrpSpPr>
      <p:grpSpPr>
        <a:xfrm>
          <a:off x="0" y="0"/>
          <a:ext cx="0" cy="0"/>
          <a:chOff x="0" y="0"/>
          <a:chExt cx="0" cy="0"/>
        </a:xfrm>
      </p:grpSpPr>
      <p:sp>
        <p:nvSpPr>
          <p:cNvPr id="67" name="Google Shape;67;p15"/>
          <p:cNvSpPr txBox="1"/>
          <p:nvPr>
            <p:ph type="ctrTitle"/>
          </p:nvPr>
        </p:nvSpPr>
        <p:spPr>
          <a:xfrm>
            <a:off x="3292477" y="10226676"/>
            <a:ext cx="37306252" cy="70548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8" name="Google Shape;68;p15"/>
          <p:cNvSpPr txBox="1"/>
          <p:nvPr>
            <p:ph idx="1" type="subTitle"/>
          </p:nvPr>
        </p:nvSpPr>
        <p:spPr>
          <a:xfrm>
            <a:off x="6583365" y="18653127"/>
            <a:ext cx="30724475" cy="8413749"/>
          </a:xfrm>
          <a:prstGeom prst="rect">
            <a:avLst/>
          </a:prstGeom>
          <a:noFill/>
          <a:ln>
            <a:noFill/>
          </a:ln>
        </p:spPr>
        <p:txBody>
          <a:bodyPr anchorCtr="0" anchor="t" bIns="380325" lIns="380325" spcFirstLastPara="1" rIns="380325" wrap="square" tIns="380325">
            <a:noAutofit/>
          </a:bodyPr>
          <a:lstStyle>
            <a:lvl1pPr lvl="0" algn="ctr">
              <a:spcBef>
                <a:spcPts val="512"/>
              </a:spcBef>
              <a:spcAft>
                <a:spcPts val="0"/>
              </a:spcAft>
              <a:buClr>
                <a:schemeClr val="dk1"/>
              </a:buClr>
              <a:buSzPts val="2560"/>
              <a:buFont typeface="Arial"/>
              <a:buNone/>
              <a:defRPr/>
            </a:lvl1pPr>
            <a:lvl2pPr lvl="1" algn="ctr">
              <a:spcBef>
                <a:spcPts val="512"/>
              </a:spcBef>
              <a:spcAft>
                <a:spcPts val="0"/>
              </a:spcAft>
              <a:buClr>
                <a:schemeClr val="dk1"/>
              </a:buClr>
              <a:buSzPts val="2560"/>
              <a:buFont typeface="Arial"/>
              <a:buNone/>
              <a:defRPr/>
            </a:lvl2pPr>
            <a:lvl3pPr lvl="2" algn="ctr">
              <a:spcBef>
                <a:spcPts val="427"/>
              </a:spcBef>
              <a:spcAft>
                <a:spcPts val="0"/>
              </a:spcAft>
              <a:buClr>
                <a:schemeClr val="dk1"/>
              </a:buClr>
              <a:buSzPts val="2133"/>
              <a:buFont typeface="Arial"/>
              <a:buNone/>
              <a:defRPr/>
            </a:lvl3pPr>
            <a:lvl4pPr lvl="3" algn="ctr">
              <a:spcBef>
                <a:spcPts val="341"/>
              </a:spcBef>
              <a:spcAft>
                <a:spcPts val="0"/>
              </a:spcAft>
              <a:buClr>
                <a:schemeClr val="dk1"/>
              </a:buClr>
              <a:buSzPts val="1707"/>
              <a:buFont typeface="Arial"/>
              <a:buNone/>
              <a:defRPr/>
            </a:lvl4pPr>
            <a:lvl5pPr lvl="4" algn="ctr">
              <a:spcBef>
                <a:spcPts val="341"/>
              </a:spcBef>
              <a:spcAft>
                <a:spcPts val="0"/>
              </a:spcAft>
              <a:buClr>
                <a:schemeClr val="dk1"/>
              </a:buClr>
              <a:buSzPts val="1707"/>
              <a:buFont typeface="Arial"/>
              <a:buNone/>
              <a:defRPr/>
            </a:lvl5pPr>
            <a:lvl6pPr lvl="5" algn="ctr">
              <a:spcBef>
                <a:spcPts val="341"/>
              </a:spcBef>
              <a:spcAft>
                <a:spcPts val="0"/>
              </a:spcAft>
              <a:buClr>
                <a:schemeClr val="dk1"/>
              </a:buClr>
              <a:buSzPts val="1707"/>
              <a:buFont typeface="Arial"/>
              <a:buNone/>
              <a:defRPr/>
            </a:lvl6pPr>
            <a:lvl7pPr lvl="6" algn="ctr">
              <a:spcBef>
                <a:spcPts val="341"/>
              </a:spcBef>
              <a:spcAft>
                <a:spcPts val="0"/>
              </a:spcAft>
              <a:buClr>
                <a:schemeClr val="dk1"/>
              </a:buClr>
              <a:buSzPts val="1707"/>
              <a:buFont typeface="Arial"/>
              <a:buNone/>
              <a:defRPr/>
            </a:lvl7pPr>
            <a:lvl8pPr lvl="7" algn="ctr">
              <a:spcBef>
                <a:spcPts val="341"/>
              </a:spcBef>
              <a:spcAft>
                <a:spcPts val="0"/>
              </a:spcAft>
              <a:buClr>
                <a:schemeClr val="dk1"/>
              </a:buClr>
              <a:buSzPts val="1707"/>
              <a:buFont typeface="Arial"/>
              <a:buNone/>
              <a:defRPr/>
            </a:lvl8pPr>
            <a:lvl9pPr lvl="8" algn="ctr">
              <a:spcBef>
                <a:spcPts val="341"/>
              </a:spcBef>
              <a:spcAft>
                <a:spcPts val="0"/>
              </a:spcAft>
              <a:buClr>
                <a:schemeClr val="dk1"/>
              </a:buClr>
              <a:buSzPts val="1707"/>
              <a:buFont typeface="Arial"/>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9" name="Shape 69"/>
        <p:cNvGrpSpPr/>
        <p:nvPr/>
      </p:nvGrpSpPr>
      <p:grpSpPr>
        <a:xfrm>
          <a:off x="0" y="0"/>
          <a:ext cx="0" cy="0"/>
          <a:chOff x="0" y="0"/>
          <a:chExt cx="0" cy="0"/>
        </a:xfrm>
      </p:grpSpPr>
      <p:sp>
        <p:nvSpPr>
          <p:cNvPr id="70" name="Google Shape;70;p16"/>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1" name="Google Shape;71;p16"/>
          <p:cNvSpPr txBox="1"/>
          <p:nvPr>
            <p:ph idx="1" type="body"/>
          </p:nvPr>
        </p:nvSpPr>
        <p:spPr>
          <a:xfrm>
            <a:off x="693421" y="5638800"/>
            <a:ext cx="9974580" cy="2656332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467103" y="21153440"/>
            <a:ext cx="37307839" cy="6537326"/>
          </a:xfrm>
          <a:prstGeom prst="rect">
            <a:avLst/>
          </a:prstGeom>
          <a:noFill/>
          <a:ln>
            <a:noFill/>
          </a:ln>
        </p:spPr>
        <p:txBody>
          <a:bodyPr anchorCtr="0" anchor="t" bIns="38000" lIns="76050" spcFirstLastPara="1" rIns="76050" wrap="square" tIns="38000">
            <a:noAutofit/>
          </a:bodyPr>
          <a:lstStyle>
            <a:lvl1pPr lvl="0" algn="l">
              <a:spcBef>
                <a:spcPts val="0"/>
              </a:spcBef>
              <a:spcAft>
                <a:spcPts val="0"/>
              </a:spcAft>
              <a:buSzPts val="1400"/>
              <a:buNone/>
              <a:defRPr b="1" sz="352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7"/>
          <p:cNvSpPr txBox="1"/>
          <p:nvPr>
            <p:ph idx="1" type="body"/>
          </p:nvPr>
        </p:nvSpPr>
        <p:spPr>
          <a:xfrm>
            <a:off x="3467103" y="13952538"/>
            <a:ext cx="37307839" cy="7200900"/>
          </a:xfrm>
          <a:prstGeom prst="rect">
            <a:avLst/>
          </a:prstGeom>
          <a:noFill/>
          <a:ln>
            <a:noFill/>
          </a:ln>
        </p:spPr>
        <p:txBody>
          <a:bodyPr anchorCtr="0" anchor="b" bIns="380325" lIns="380325" spcFirstLastPara="1" rIns="380325" wrap="square" tIns="380325">
            <a:noAutofit/>
          </a:bodyPr>
          <a:lstStyle>
            <a:lvl1pPr indent="-228600" lvl="0" marL="457200" algn="l">
              <a:spcBef>
                <a:spcPts val="363"/>
              </a:spcBef>
              <a:spcAft>
                <a:spcPts val="0"/>
              </a:spcAft>
              <a:buClr>
                <a:schemeClr val="dk1"/>
              </a:buClr>
              <a:buSzPts val="1813"/>
              <a:buFont typeface="Arial"/>
              <a:buNone/>
              <a:defRPr sz="1813"/>
            </a:lvl1pPr>
            <a:lvl2pPr indent="-228600" lvl="1" marL="914400" algn="l">
              <a:spcBef>
                <a:spcPts val="320"/>
              </a:spcBef>
              <a:spcAft>
                <a:spcPts val="0"/>
              </a:spcAft>
              <a:buClr>
                <a:schemeClr val="dk1"/>
              </a:buClr>
              <a:buSzPts val="1600"/>
              <a:buFont typeface="Arial"/>
              <a:buNone/>
              <a:defRPr sz="1600"/>
            </a:lvl2pPr>
            <a:lvl3pPr indent="-228600" lvl="2" marL="1371600" algn="l">
              <a:spcBef>
                <a:spcPts val="277"/>
              </a:spcBef>
              <a:spcAft>
                <a:spcPts val="0"/>
              </a:spcAft>
              <a:buClr>
                <a:schemeClr val="dk1"/>
              </a:buClr>
              <a:buSzPts val="1387"/>
              <a:buFont typeface="Arial"/>
              <a:buNone/>
              <a:defRPr sz="1387"/>
            </a:lvl3pPr>
            <a:lvl4pPr indent="-228600" lvl="3" marL="1828800" algn="l">
              <a:spcBef>
                <a:spcPts val="256"/>
              </a:spcBef>
              <a:spcAft>
                <a:spcPts val="0"/>
              </a:spcAft>
              <a:buClr>
                <a:schemeClr val="dk1"/>
              </a:buClr>
              <a:buSzPts val="1280"/>
              <a:buFont typeface="Arial"/>
              <a:buNone/>
              <a:defRPr sz="1280"/>
            </a:lvl4pPr>
            <a:lvl5pPr indent="-228600" lvl="4" marL="2286000" algn="l">
              <a:spcBef>
                <a:spcPts val="256"/>
              </a:spcBef>
              <a:spcAft>
                <a:spcPts val="0"/>
              </a:spcAft>
              <a:buClr>
                <a:schemeClr val="dk1"/>
              </a:buClr>
              <a:buSzPts val="1280"/>
              <a:buFont typeface="Arial"/>
              <a:buNone/>
              <a:defRPr sz="1280"/>
            </a:lvl5pPr>
            <a:lvl6pPr indent="-228600" lvl="5" marL="2743200" algn="l">
              <a:spcBef>
                <a:spcPts val="256"/>
              </a:spcBef>
              <a:spcAft>
                <a:spcPts val="0"/>
              </a:spcAft>
              <a:buClr>
                <a:schemeClr val="dk1"/>
              </a:buClr>
              <a:buSzPts val="1280"/>
              <a:buFont typeface="Arial"/>
              <a:buNone/>
              <a:defRPr sz="1280"/>
            </a:lvl6pPr>
            <a:lvl7pPr indent="-228600" lvl="6" marL="3200400" algn="l">
              <a:spcBef>
                <a:spcPts val="256"/>
              </a:spcBef>
              <a:spcAft>
                <a:spcPts val="0"/>
              </a:spcAft>
              <a:buClr>
                <a:schemeClr val="dk1"/>
              </a:buClr>
              <a:buSzPts val="1280"/>
              <a:buFont typeface="Arial"/>
              <a:buNone/>
              <a:defRPr sz="1280"/>
            </a:lvl7pPr>
            <a:lvl8pPr indent="-228600" lvl="7" marL="3657600" algn="l">
              <a:spcBef>
                <a:spcPts val="256"/>
              </a:spcBef>
              <a:spcAft>
                <a:spcPts val="0"/>
              </a:spcAft>
              <a:buClr>
                <a:schemeClr val="dk1"/>
              </a:buClr>
              <a:buSzPts val="1280"/>
              <a:buFont typeface="Arial"/>
              <a:buNone/>
              <a:defRPr sz="1280"/>
            </a:lvl8pPr>
            <a:lvl9pPr indent="-228600" lvl="8" marL="4114800" algn="l">
              <a:spcBef>
                <a:spcPts val="256"/>
              </a:spcBef>
              <a:spcAft>
                <a:spcPts val="0"/>
              </a:spcAft>
              <a:buClr>
                <a:schemeClr val="dk1"/>
              </a:buClr>
              <a:buSzPts val="1280"/>
              <a:buFont typeface="Arial"/>
              <a:buNone/>
              <a:defRPr sz="128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18"/>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 name="Google Shape;77;p18"/>
          <p:cNvSpPr txBox="1"/>
          <p:nvPr>
            <p:ph idx="1" type="body"/>
          </p:nvPr>
        </p:nvSpPr>
        <p:spPr>
          <a:xfrm>
            <a:off x="693739" y="5638802"/>
            <a:ext cx="4910137" cy="26563638"/>
          </a:xfrm>
          <a:prstGeom prst="rect">
            <a:avLst/>
          </a:prstGeom>
          <a:noFill/>
          <a:ln>
            <a:noFill/>
          </a:ln>
        </p:spPr>
        <p:txBody>
          <a:bodyPr anchorCtr="0" anchor="t" bIns="380325" lIns="380325" spcFirstLastPara="1" rIns="380325" wrap="square" tIns="380325">
            <a:noAutofit/>
          </a:bodyPr>
          <a:lstStyle>
            <a:lvl1pPr indent="-384366" lvl="0" marL="457200" algn="l">
              <a:spcBef>
                <a:spcPts val="491"/>
              </a:spcBef>
              <a:spcAft>
                <a:spcPts val="0"/>
              </a:spcAft>
              <a:buClr>
                <a:schemeClr val="dk1"/>
              </a:buClr>
              <a:buSzPts val="2453"/>
              <a:buFont typeface="Arial"/>
              <a:buChar char="•"/>
              <a:defRPr sz="2453"/>
            </a:lvl1pPr>
            <a:lvl2pPr indent="-364046" lvl="1" marL="914400" algn="l">
              <a:spcBef>
                <a:spcPts val="427"/>
              </a:spcBef>
              <a:spcAft>
                <a:spcPts val="0"/>
              </a:spcAft>
              <a:buClr>
                <a:schemeClr val="dk1"/>
              </a:buClr>
              <a:buSzPts val="2133"/>
              <a:buFont typeface="Arial"/>
              <a:buChar char="–"/>
              <a:defRPr sz="2133"/>
            </a:lvl2pPr>
            <a:lvl3pPr indent="-343726" lvl="2" marL="1371600" algn="l">
              <a:spcBef>
                <a:spcPts val="363"/>
              </a:spcBef>
              <a:spcAft>
                <a:spcPts val="0"/>
              </a:spcAft>
              <a:buClr>
                <a:schemeClr val="dk1"/>
              </a:buClr>
              <a:buSzPts val="1813"/>
              <a:buFont typeface="Arial"/>
              <a:buChar char="•"/>
              <a:defRPr sz="1813"/>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78" name="Google Shape;78;p18"/>
          <p:cNvSpPr txBox="1"/>
          <p:nvPr>
            <p:ph idx="2" type="body"/>
          </p:nvPr>
        </p:nvSpPr>
        <p:spPr>
          <a:xfrm>
            <a:off x="5756275" y="5638802"/>
            <a:ext cx="4911725" cy="26563638"/>
          </a:xfrm>
          <a:prstGeom prst="rect">
            <a:avLst/>
          </a:prstGeom>
          <a:noFill/>
          <a:ln>
            <a:noFill/>
          </a:ln>
        </p:spPr>
        <p:txBody>
          <a:bodyPr anchorCtr="0" anchor="t" bIns="380325" lIns="380325" spcFirstLastPara="1" rIns="380325" wrap="square" tIns="380325">
            <a:noAutofit/>
          </a:bodyPr>
          <a:lstStyle>
            <a:lvl1pPr indent="-384366" lvl="0" marL="457200" algn="l">
              <a:spcBef>
                <a:spcPts val="491"/>
              </a:spcBef>
              <a:spcAft>
                <a:spcPts val="0"/>
              </a:spcAft>
              <a:buClr>
                <a:schemeClr val="dk1"/>
              </a:buClr>
              <a:buSzPts val="2453"/>
              <a:buFont typeface="Arial"/>
              <a:buChar char="•"/>
              <a:defRPr sz="2453"/>
            </a:lvl1pPr>
            <a:lvl2pPr indent="-364046" lvl="1" marL="914400" algn="l">
              <a:spcBef>
                <a:spcPts val="427"/>
              </a:spcBef>
              <a:spcAft>
                <a:spcPts val="0"/>
              </a:spcAft>
              <a:buClr>
                <a:schemeClr val="dk1"/>
              </a:buClr>
              <a:buSzPts val="2133"/>
              <a:buFont typeface="Arial"/>
              <a:buChar char="–"/>
              <a:defRPr sz="2133"/>
            </a:lvl2pPr>
            <a:lvl3pPr indent="-343726" lvl="2" marL="1371600" algn="l">
              <a:spcBef>
                <a:spcPts val="363"/>
              </a:spcBef>
              <a:spcAft>
                <a:spcPts val="0"/>
              </a:spcAft>
              <a:buClr>
                <a:schemeClr val="dk1"/>
              </a:buClr>
              <a:buSzPts val="1813"/>
              <a:buFont typeface="Arial"/>
              <a:buChar char="•"/>
              <a:defRPr sz="1813"/>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9" name="Shape 79"/>
        <p:cNvGrpSpPr/>
        <p:nvPr/>
      </p:nvGrpSpPr>
      <p:grpSpPr>
        <a:xfrm>
          <a:off x="0" y="0"/>
          <a:ext cx="0" cy="0"/>
          <a:chOff x="0" y="0"/>
          <a:chExt cx="0" cy="0"/>
        </a:xfrm>
      </p:grpSpPr>
      <p:sp>
        <p:nvSpPr>
          <p:cNvPr id="80" name="Google Shape;80;p19"/>
          <p:cNvSpPr txBox="1"/>
          <p:nvPr>
            <p:ph type="title"/>
          </p:nvPr>
        </p:nvSpPr>
        <p:spPr>
          <a:xfrm>
            <a:off x="2193926" y="1317626"/>
            <a:ext cx="39503351" cy="548640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19"/>
          <p:cNvSpPr txBox="1"/>
          <p:nvPr>
            <p:ph idx="1" type="body"/>
          </p:nvPr>
        </p:nvSpPr>
        <p:spPr>
          <a:xfrm>
            <a:off x="2193926" y="7369178"/>
            <a:ext cx="19392901"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3"/>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82" name="Google Shape;82;p19"/>
          <p:cNvSpPr txBox="1"/>
          <p:nvPr>
            <p:ph idx="2" type="body"/>
          </p:nvPr>
        </p:nvSpPr>
        <p:spPr>
          <a:xfrm>
            <a:off x="2193926" y="10439402"/>
            <a:ext cx="19392901" cy="18965864"/>
          </a:xfrm>
          <a:prstGeom prst="rect">
            <a:avLst/>
          </a:prstGeom>
          <a:noFill/>
          <a:ln>
            <a:noFill/>
          </a:ln>
        </p:spPr>
        <p:txBody>
          <a:bodyPr anchorCtr="0" anchor="t" bIns="380325" lIns="380325" spcFirstLastPara="1" rIns="380325" wrap="square" tIns="380325">
            <a:noAutofit/>
          </a:bodyPr>
          <a:lstStyle>
            <a:lvl1pPr indent="-364046"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3"/>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
        <p:nvSpPr>
          <p:cNvPr id="83" name="Google Shape;83;p19"/>
          <p:cNvSpPr txBox="1"/>
          <p:nvPr>
            <p:ph idx="3" type="body"/>
          </p:nvPr>
        </p:nvSpPr>
        <p:spPr>
          <a:xfrm>
            <a:off x="22296440" y="7369178"/>
            <a:ext cx="19400837"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3"/>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84" name="Google Shape;84;p19"/>
          <p:cNvSpPr txBox="1"/>
          <p:nvPr>
            <p:ph idx="4" type="body"/>
          </p:nvPr>
        </p:nvSpPr>
        <p:spPr>
          <a:xfrm>
            <a:off x="22296440" y="10439402"/>
            <a:ext cx="19400837" cy="18965864"/>
          </a:xfrm>
          <a:prstGeom prst="rect">
            <a:avLst/>
          </a:prstGeom>
          <a:noFill/>
          <a:ln>
            <a:noFill/>
          </a:ln>
        </p:spPr>
        <p:txBody>
          <a:bodyPr anchorCtr="0" anchor="t" bIns="380325" lIns="380325" spcFirstLastPara="1" rIns="380325" wrap="square" tIns="380325">
            <a:noAutofit/>
          </a:bodyPr>
          <a:lstStyle>
            <a:lvl1pPr indent="-364046"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3"/>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5" name="Shape 85"/>
        <p:cNvGrpSpPr/>
        <p:nvPr/>
      </p:nvGrpSpPr>
      <p:grpSpPr>
        <a:xfrm>
          <a:off x="0" y="0"/>
          <a:ext cx="0" cy="0"/>
          <a:chOff x="0" y="0"/>
          <a:chExt cx="0" cy="0"/>
        </a:xfrm>
      </p:grpSpPr>
      <p:sp>
        <p:nvSpPr>
          <p:cNvPr id="86" name="Google Shape;86;p20"/>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7" name="Shape 87"/>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8" name="Shape 88"/>
        <p:cNvGrpSpPr/>
        <p:nvPr/>
      </p:nvGrpSpPr>
      <p:grpSpPr>
        <a:xfrm>
          <a:off x="0" y="0"/>
          <a:ext cx="0" cy="0"/>
          <a:chOff x="0" y="0"/>
          <a:chExt cx="0" cy="0"/>
        </a:xfrm>
      </p:grpSpPr>
      <p:sp>
        <p:nvSpPr>
          <p:cNvPr id="89" name="Google Shape;89;p22"/>
          <p:cNvSpPr txBox="1"/>
          <p:nvPr>
            <p:ph type="title"/>
          </p:nvPr>
        </p:nvSpPr>
        <p:spPr>
          <a:xfrm>
            <a:off x="2193926" y="1311276"/>
            <a:ext cx="14439901" cy="5576889"/>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3"/>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0" name="Google Shape;90;p22"/>
          <p:cNvSpPr txBox="1"/>
          <p:nvPr>
            <p:ph idx="1" type="body"/>
          </p:nvPr>
        </p:nvSpPr>
        <p:spPr>
          <a:xfrm>
            <a:off x="17160875" y="1311276"/>
            <a:ext cx="24536400" cy="28093989"/>
          </a:xfrm>
          <a:prstGeom prst="rect">
            <a:avLst/>
          </a:prstGeom>
          <a:noFill/>
          <a:ln>
            <a:noFill/>
          </a:ln>
        </p:spPr>
        <p:txBody>
          <a:bodyPr anchorCtr="0" anchor="t" bIns="380325" lIns="380325" spcFirstLastPara="1" rIns="380325" wrap="square" tIns="380325">
            <a:noAutofit/>
          </a:bodyPr>
          <a:lstStyle>
            <a:lvl1pPr indent="-411480" lvl="0" marL="457200" algn="l">
              <a:spcBef>
                <a:spcPts val="576"/>
              </a:spcBef>
              <a:spcAft>
                <a:spcPts val="0"/>
              </a:spcAft>
              <a:buClr>
                <a:schemeClr val="dk1"/>
              </a:buClr>
              <a:buSzPts val="2880"/>
              <a:buFont typeface="Arial"/>
              <a:buChar char="•"/>
              <a:defRPr sz="2880"/>
            </a:lvl1pPr>
            <a:lvl2pPr indent="-384366" lvl="1" marL="914400" algn="l">
              <a:spcBef>
                <a:spcPts val="491"/>
              </a:spcBef>
              <a:spcAft>
                <a:spcPts val="0"/>
              </a:spcAft>
              <a:buClr>
                <a:schemeClr val="dk1"/>
              </a:buClr>
              <a:buSzPts val="2453"/>
              <a:buFont typeface="Arial"/>
              <a:buChar char="–"/>
              <a:defRPr sz="2453"/>
            </a:lvl2pPr>
            <a:lvl3pPr indent="-364046" lvl="2" marL="1371600" algn="l">
              <a:spcBef>
                <a:spcPts val="427"/>
              </a:spcBef>
              <a:spcAft>
                <a:spcPts val="0"/>
              </a:spcAft>
              <a:buClr>
                <a:schemeClr val="dk1"/>
              </a:buClr>
              <a:buSzPts val="2133"/>
              <a:buFont typeface="Arial"/>
              <a:buChar char="•"/>
              <a:defRPr sz="2133"/>
            </a:lvl3pPr>
            <a:lvl4pPr indent="-343726" lvl="3" marL="1828800" algn="l">
              <a:spcBef>
                <a:spcPts val="363"/>
              </a:spcBef>
              <a:spcAft>
                <a:spcPts val="0"/>
              </a:spcAft>
              <a:buClr>
                <a:schemeClr val="dk1"/>
              </a:buClr>
              <a:buSzPts val="1813"/>
              <a:buFont typeface="Arial"/>
              <a:buChar char="–"/>
              <a:defRPr sz="1813"/>
            </a:lvl4pPr>
            <a:lvl5pPr indent="-343726" lvl="4" marL="2286000" algn="l">
              <a:spcBef>
                <a:spcPts val="363"/>
              </a:spcBef>
              <a:spcAft>
                <a:spcPts val="0"/>
              </a:spcAft>
              <a:buClr>
                <a:schemeClr val="dk1"/>
              </a:buClr>
              <a:buSzPts val="1813"/>
              <a:buFont typeface="Arial"/>
              <a:buChar char="»"/>
              <a:defRPr sz="1813"/>
            </a:lvl5pPr>
            <a:lvl6pPr indent="-343726" lvl="5" marL="2743200" algn="l">
              <a:spcBef>
                <a:spcPts val="363"/>
              </a:spcBef>
              <a:spcAft>
                <a:spcPts val="0"/>
              </a:spcAft>
              <a:buClr>
                <a:schemeClr val="dk1"/>
              </a:buClr>
              <a:buSzPts val="1813"/>
              <a:buFont typeface="Arial"/>
              <a:buChar char="»"/>
              <a:defRPr sz="1813"/>
            </a:lvl6pPr>
            <a:lvl7pPr indent="-343726" lvl="6" marL="3200400" algn="l">
              <a:spcBef>
                <a:spcPts val="363"/>
              </a:spcBef>
              <a:spcAft>
                <a:spcPts val="0"/>
              </a:spcAft>
              <a:buClr>
                <a:schemeClr val="dk1"/>
              </a:buClr>
              <a:buSzPts val="1813"/>
              <a:buFont typeface="Arial"/>
              <a:buChar char="»"/>
              <a:defRPr sz="1813"/>
            </a:lvl7pPr>
            <a:lvl8pPr indent="-343726" lvl="7" marL="3657600" algn="l">
              <a:spcBef>
                <a:spcPts val="363"/>
              </a:spcBef>
              <a:spcAft>
                <a:spcPts val="0"/>
              </a:spcAft>
              <a:buClr>
                <a:schemeClr val="dk1"/>
              </a:buClr>
              <a:buSzPts val="1813"/>
              <a:buFont typeface="Arial"/>
              <a:buChar char="»"/>
              <a:defRPr sz="1813"/>
            </a:lvl8pPr>
            <a:lvl9pPr indent="-343726" lvl="8" marL="4114800" algn="l">
              <a:spcBef>
                <a:spcPts val="363"/>
              </a:spcBef>
              <a:spcAft>
                <a:spcPts val="0"/>
              </a:spcAft>
              <a:buClr>
                <a:schemeClr val="dk1"/>
              </a:buClr>
              <a:buSzPts val="1813"/>
              <a:buFont typeface="Arial"/>
              <a:buChar char="»"/>
              <a:defRPr sz="1813"/>
            </a:lvl9pPr>
          </a:lstStyle>
          <a:p/>
        </p:txBody>
      </p:sp>
      <p:sp>
        <p:nvSpPr>
          <p:cNvPr id="91" name="Google Shape;91;p22"/>
          <p:cNvSpPr txBox="1"/>
          <p:nvPr>
            <p:ph idx="2" type="body"/>
          </p:nvPr>
        </p:nvSpPr>
        <p:spPr>
          <a:xfrm>
            <a:off x="2193926" y="6888164"/>
            <a:ext cx="14439901" cy="22517100"/>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2" name="Shape 92"/>
        <p:cNvGrpSpPr/>
        <p:nvPr/>
      </p:nvGrpSpPr>
      <p:grpSpPr>
        <a:xfrm>
          <a:off x="0" y="0"/>
          <a:ext cx="0" cy="0"/>
          <a:chOff x="0" y="0"/>
          <a:chExt cx="0" cy="0"/>
        </a:xfrm>
      </p:grpSpPr>
      <p:sp>
        <p:nvSpPr>
          <p:cNvPr id="93" name="Google Shape;93;p23"/>
          <p:cNvSpPr txBox="1"/>
          <p:nvPr>
            <p:ph type="title"/>
          </p:nvPr>
        </p:nvSpPr>
        <p:spPr>
          <a:xfrm>
            <a:off x="8602664" y="23042566"/>
            <a:ext cx="26335037" cy="2720975"/>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3"/>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4" name="Google Shape;94;p23"/>
          <p:cNvSpPr/>
          <p:nvPr>
            <p:ph idx="2" type="pic"/>
          </p:nvPr>
        </p:nvSpPr>
        <p:spPr>
          <a:xfrm>
            <a:off x="8602664" y="2941640"/>
            <a:ext cx="26335037" cy="19750088"/>
          </a:xfrm>
          <a:prstGeom prst="rect">
            <a:avLst/>
          </a:prstGeom>
          <a:noFill/>
          <a:ln>
            <a:noFill/>
          </a:ln>
        </p:spPr>
      </p:sp>
      <p:sp>
        <p:nvSpPr>
          <p:cNvPr id="95" name="Google Shape;95;p23"/>
          <p:cNvSpPr txBox="1"/>
          <p:nvPr>
            <p:ph idx="1" type="body"/>
          </p:nvPr>
        </p:nvSpPr>
        <p:spPr>
          <a:xfrm>
            <a:off x="8602664" y="25763540"/>
            <a:ext cx="26335037" cy="3862388"/>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6" name="Shape 96"/>
        <p:cNvGrpSpPr/>
        <p:nvPr/>
      </p:nvGrpSpPr>
      <p:grpSpPr>
        <a:xfrm>
          <a:off x="0" y="0"/>
          <a:ext cx="0" cy="0"/>
          <a:chOff x="0" y="0"/>
          <a:chExt cx="0" cy="0"/>
        </a:xfrm>
      </p:grpSpPr>
      <p:sp>
        <p:nvSpPr>
          <p:cNvPr id="97" name="Google Shape;97;p24"/>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8" name="Google Shape;98;p24"/>
          <p:cNvSpPr txBox="1"/>
          <p:nvPr>
            <p:ph idx="1" type="body"/>
          </p:nvPr>
        </p:nvSpPr>
        <p:spPr>
          <a:xfrm rot="5400000">
            <a:off x="-7600949" y="13933170"/>
            <a:ext cx="26563320" cy="997458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9" name="Shape 99"/>
        <p:cNvGrpSpPr/>
        <p:nvPr/>
      </p:nvGrpSpPr>
      <p:grpSpPr>
        <a:xfrm>
          <a:off x="0" y="0"/>
          <a:ext cx="0" cy="0"/>
          <a:chOff x="0" y="0"/>
          <a:chExt cx="0" cy="0"/>
        </a:xfrm>
      </p:grpSpPr>
      <p:sp>
        <p:nvSpPr>
          <p:cNvPr id="100" name="Google Shape;100;p25"/>
          <p:cNvSpPr txBox="1"/>
          <p:nvPr>
            <p:ph type="title"/>
          </p:nvPr>
        </p:nvSpPr>
        <p:spPr>
          <a:xfrm rot="5400000">
            <a:off x="22146421" y="11464134"/>
            <a:ext cx="30929264" cy="105473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1" name="Google Shape;101;p25"/>
          <p:cNvSpPr txBox="1"/>
          <p:nvPr>
            <p:ph idx="1" type="body"/>
          </p:nvPr>
        </p:nvSpPr>
        <p:spPr>
          <a:xfrm rot="5400000">
            <a:off x="974727" y="992189"/>
            <a:ext cx="30929264" cy="31491239"/>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0" name="Shape 110"/>
        <p:cNvGrpSpPr/>
        <p:nvPr/>
      </p:nvGrpSpPr>
      <p:grpSpPr>
        <a:xfrm>
          <a:off x="0" y="0"/>
          <a:ext cx="0" cy="0"/>
          <a:chOff x="0" y="0"/>
          <a:chExt cx="0" cy="0"/>
        </a:xfrm>
      </p:grpSpPr>
      <p:sp>
        <p:nvSpPr>
          <p:cNvPr id="111" name="Google Shape;111;p27"/>
          <p:cNvSpPr txBox="1"/>
          <p:nvPr>
            <p:ph type="ctrTitle"/>
          </p:nvPr>
        </p:nvSpPr>
        <p:spPr>
          <a:xfrm>
            <a:off x="3292477" y="10226676"/>
            <a:ext cx="37306252" cy="70548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2" name="Google Shape;112;p27"/>
          <p:cNvSpPr txBox="1"/>
          <p:nvPr>
            <p:ph idx="1" type="subTitle"/>
          </p:nvPr>
        </p:nvSpPr>
        <p:spPr>
          <a:xfrm>
            <a:off x="6583365" y="18653127"/>
            <a:ext cx="30724475" cy="8413749"/>
          </a:xfrm>
          <a:prstGeom prst="rect">
            <a:avLst/>
          </a:prstGeom>
          <a:noFill/>
          <a:ln>
            <a:noFill/>
          </a:ln>
        </p:spPr>
        <p:txBody>
          <a:bodyPr anchorCtr="0" anchor="t" bIns="380325" lIns="380325" spcFirstLastPara="1" rIns="380325" wrap="square" tIns="380325">
            <a:noAutofit/>
          </a:bodyPr>
          <a:lstStyle>
            <a:lvl1pPr lvl="0" algn="ctr">
              <a:spcBef>
                <a:spcPts val="512"/>
              </a:spcBef>
              <a:spcAft>
                <a:spcPts val="0"/>
              </a:spcAft>
              <a:buClr>
                <a:schemeClr val="dk1"/>
              </a:buClr>
              <a:buSzPts val="2560"/>
              <a:buFont typeface="Arial"/>
              <a:buNone/>
              <a:defRPr/>
            </a:lvl1pPr>
            <a:lvl2pPr lvl="1" algn="ctr">
              <a:spcBef>
                <a:spcPts val="512"/>
              </a:spcBef>
              <a:spcAft>
                <a:spcPts val="0"/>
              </a:spcAft>
              <a:buClr>
                <a:schemeClr val="dk1"/>
              </a:buClr>
              <a:buSzPts val="2560"/>
              <a:buFont typeface="Arial"/>
              <a:buNone/>
              <a:defRPr/>
            </a:lvl2pPr>
            <a:lvl3pPr lvl="2" algn="ctr">
              <a:spcBef>
                <a:spcPts val="427"/>
              </a:spcBef>
              <a:spcAft>
                <a:spcPts val="0"/>
              </a:spcAft>
              <a:buClr>
                <a:schemeClr val="dk1"/>
              </a:buClr>
              <a:buSzPts val="2133"/>
              <a:buFont typeface="Arial"/>
              <a:buNone/>
              <a:defRPr/>
            </a:lvl3pPr>
            <a:lvl4pPr lvl="3" algn="ctr">
              <a:spcBef>
                <a:spcPts val="341"/>
              </a:spcBef>
              <a:spcAft>
                <a:spcPts val="0"/>
              </a:spcAft>
              <a:buClr>
                <a:schemeClr val="dk1"/>
              </a:buClr>
              <a:buSzPts val="1707"/>
              <a:buFont typeface="Arial"/>
              <a:buNone/>
              <a:defRPr/>
            </a:lvl4pPr>
            <a:lvl5pPr lvl="4" algn="ctr">
              <a:spcBef>
                <a:spcPts val="341"/>
              </a:spcBef>
              <a:spcAft>
                <a:spcPts val="0"/>
              </a:spcAft>
              <a:buClr>
                <a:schemeClr val="dk1"/>
              </a:buClr>
              <a:buSzPts val="1707"/>
              <a:buFont typeface="Arial"/>
              <a:buNone/>
              <a:defRPr/>
            </a:lvl5pPr>
            <a:lvl6pPr lvl="5" algn="ctr">
              <a:spcBef>
                <a:spcPts val="341"/>
              </a:spcBef>
              <a:spcAft>
                <a:spcPts val="0"/>
              </a:spcAft>
              <a:buClr>
                <a:schemeClr val="dk1"/>
              </a:buClr>
              <a:buSzPts val="1707"/>
              <a:buFont typeface="Arial"/>
              <a:buNone/>
              <a:defRPr/>
            </a:lvl6pPr>
            <a:lvl7pPr lvl="6" algn="ctr">
              <a:spcBef>
                <a:spcPts val="341"/>
              </a:spcBef>
              <a:spcAft>
                <a:spcPts val="0"/>
              </a:spcAft>
              <a:buClr>
                <a:schemeClr val="dk1"/>
              </a:buClr>
              <a:buSzPts val="1707"/>
              <a:buFont typeface="Arial"/>
              <a:buNone/>
              <a:defRPr/>
            </a:lvl7pPr>
            <a:lvl8pPr lvl="7" algn="ctr">
              <a:spcBef>
                <a:spcPts val="341"/>
              </a:spcBef>
              <a:spcAft>
                <a:spcPts val="0"/>
              </a:spcAft>
              <a:buClr>
                <a:schemeClr val="dk1"/>
              </a:buClr>
              <a:buSzPts val="1707"/>
              <a:buFont typeface="Arial"/>
              <a:buNone/>
              <a:defRPr/>
            </a:lvl8pPr>
            <a:lvl9pPr lvl="8" algn="ctr">
              <a:spcBef>
                <a:spcPts val="341"/>
              </a:spcBef>
              <a:spcAft>
                <a:spcPts val="0"/>
              </a:spcAft>
              <a:buClr>
                <a:schemeClr val="dk1"/>
              </a:buClr>
              <a:buSzPts val="1707"/>
              <a:buFont typeface="Arial"/>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3" name="Shape 113"/>
        <p:cNvGrpSpPr/>
        <p:nvPr/>
      </p:nvGrpSpPr>
      <p:grpSpPr>
        <a:xfrm>
          <a:off x="0" y="0"/>
          <a:ext cx="0" cy="0"/>
          <a:chOff x="0" y="0"/>
          <a:chExt cx="0" cy="0"/>
        </a:xfrm>
      </p:grpSpPr>
      <p:sp>
        <p:nvSpPr>
          <p:cNvPr id="114" name="Google Shape;114;p28"/>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5" name="Google Shape;115;p28"/>
          <p:cNvSpPr txBox="1"/>
          <p:nvPr>
            <p:ph idx="1" type="body"/>
          </p:nvPr>
        </p:nvSpPr>
        <p:spPr>
          <a:xfrm>
            <a:off x="693421" y="5638800"/>
            <a:ext cx="42191940" cy="2656332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6" name="Shape 116"/>
        <p:cNvGrpSpPr/>
        <p:nvPr/>
      </p:nvGrpSpPr>
      <p:grpSpPr>
        <a:xfrm>
          <a:off x="0" y="0"/>
          <a:ext cx="0" cy="0"/>
          <a:chOff x="0" y="0"/>
          <a:chExt cx="0" cy="0"/>
        </a:xfrm>
      </p:grpSpPr>
      <p:sp>
        <p:nvSpPr>
          <p:cNvPr id="117" name="Google Shape;117;p29"/>
          <p:cNvSpPr txBox="1"/>
          <p:nvPr>
            <p:ph type="title"/>
          </p:nvPr>
        </p:nvSpPr>
        <p:spPr>
          <a:xfrm>
            <a:off x="3467103" y="21153440"/>
            <a:ext cx="37307839" cy="6537326"/>
          </a:xfrm>
          <a:prstGeom prst="rect">
            <a:avLst/>
          </a:prstGeom>
          <a:noFill/>
          <a:ln>
            <a:noFill/>
          </a:ln>
        </p:spPr>
        <p:txBody>
          <a:bodyPr anchorCtr="0" anchor="t" bIns="38000" lIns="76050" spcFirstLastPara="1" rIns="76050" wrap="square" tIns="38000">
            <a:noAutofit/>
          </a:bodyPr>
          <a:lstStyle>
            <a:lvl1pPr lvl="0" algn="l">
              <a:spcBef>
                <a:spcPts val="0"/>
              </a:spcBef>
              <a:spcAft>
                <a:spcPts val="0"/>
              </a:spcAft>
              <a:buSzPts val="1400"/>
              <a:buNone/>
              <a:defRPr b="1" sz="352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8" name="Google Shape;118;p29"/>
          <p:cNvSpPr txBox="1"/>
          <p:nvPr>
            <p:ph idx="1" type="body"/>
          </p:nvPr>
        </p:nvSpPr>
        <p:spPr>
          <a:xfrm>
            <a:off x="3467103" y="13952538"/>
            <a:ext cx="37307839" cy="7200900"/>
          </a:xfrm>
          <a:prstGeom prst="rect">
            <a:avLst/>
          </a:prstGeom>
          <a:noFill/>
          <a:ln>
            <a:noFill/>
          </a:ln>
        </p:spPr>
        <p:txBody>
          <a:bodyPr anchorCtr="0" anchor="b" bIns="380325" lIns="380325" spcFirstLastPara="1" rIns="380325" wrap="square" tIns="380325">
            <a:noAutofit/>
          </a:bodyPr>
          <a:lstStyle>
            <a:lvl1pPr indent="-228600" lvl="0" marL="457200" algn="l">
              <a:spcBef>
                <a:spcPts val="363"/>
              </a:spcBef>
              <a:spcAft>
                <a:spcPts val="0"/>
              </a:spcAft>
              <a:buClr>
                <a:schemeClr val="dk1"/>
              </a:buClr>
              <a:buSzPts val="1813"/>
              <a:buFont typeface="Arial"/>
              <a:buNone/>
              <a:defRPr sz="1813"/>
            </a:lvl1pPr>
            <a:lvl2pPr indent="-228600" lvl="1" marL="914400" algn="l">
              <a:spcBef>
                <a:spcPts val="320"/>
              </a:spcBef>
              <a:spcAft>
                <a:spcPts val="0"/>
              </a:spcAft>
              <a:buClr>
                <a:schemeClr val="dk1"/>
              </a:buClr>
              <a:buSzPts val="1600"/>
              <a:buFont typeface="Arial"/>
              <a:buNone/>
              <a:defRPr sz="1600"/>
            </a:lvl2pPr>
            <a:lvl3pPr indent="-228600" lvl="2" marL="1371600" algn="l">
              <a:spcBef>
                <a:spcPts val="277"/>
              </a:spcBef>
              <a:spcAft>
                <a:spcPts val="0"/>
              </a:spcAft>
              <a:buClr>
                <a:schemeClr val="dk1"/>
              </a:buClr>
              <a:buSzPts val="1387"/>
              <a:buFont typeface="Arial"/>
              <a:buNone/>
              <a:defRPr sz="1387"/>
            </a:lvl3pPr>
            <a:lvl4pPr indent="-228600" lvl="3" marL="1828800" algn="l">
              <a:spcBef>
                <a:spcPts val="256"/>
              </a:spcBef>
              <a:spcAft>
                <a:spcPts val="0"/>
              </a:spcAft>
              <a:buClr>
                <a:schemeClr val="dk1"/>
              </a:buClr>
              <a:buSzPts val="1280"/>
              <a:buFont typeface="Arial"/>
              <a:buNone/>
              <a:defRPr sz="1280"/>
            </a:lvl4pPr>
            <a:lvl5pPr indent="-228600" lvl="4" marL="2286000" algn="l">
              <a:spcBef>
                <a:spcPts val="256"/>
              </a:spcBef>
              <a:spcAft>
                <a:spcPts val="0"/>
              </a:spcAft>
              <a:buClr>
                <a:schemeClr val="dk1"/>
              </a:buClr>
              <a:buSzPts val="1280"/>
              <a:buFont typeface="Arial"/>
              <a:buNone/>
              <a:defRPr sz="1280"/>
            </a:lvl5pPr>
            <a:lvl6pPr indent="-228600" lvl="5" marL="2743200" algn="l">
              <a:spcBef>
                <a:spcPts val="256"/>
              </a:spcBef>
              <a:spcAft>
                <a:spcPts val="0"/>
              </a:spcAft>
              <a:buClr>
                <a:schemeClr val="dk1"/>
              </a:buClr>
              <a:buSzPts val="1280"/>
              <a:buFont typeface="Arial"/>
              <a:buNone/>
              <a:defRPr sz="1280"/>
            </a:lvl6pPr>
            <a:lvl7pPr indent="-228600" lvl="6" marL="3200400" algn="l">
              <a:spcBef>
                <a:spcPts val="256"/>
              </a:spcBef>
              <a:spcAft>
                <a:spcPts val="0"/>
              </a:spcAft>
              <a:buClr>
                <a:schemeClr val="dk1"/>
              </a:buClr>
              <a:buSzPts val="1280"/>
              <a:buFont typeface="Arial"/>
              <a:buNone/>
              <a:defRPr sz="1280"/>
            </a:lvl7pPr>
            <a:lvl8pPr indent="-228600" lvl="7" marL="3657600" algn="l">
              <a:spcBef>
                <a:spcPts val="256"/>
              </a:spcBef>
              <a:spcAft>
                <a:spcPts val="0"/>
              </a:spcAft>
              <a:buClr>
                <a:schemeClr val="dk1"/>
              </a:buClr>
              <a:buSzPts val="1280"/>
              <a:buFont typeface="Arial"/>
              <a:buNone/>
              <a:defRPr sz="1280"/>
            </a:lvl8pPr>
            <a:lvl9pPr indent="-228600" lvl="8" marL="4114800" algn="l">
              <a:spcBef>
                <a:spcPts val="256"/>
              </a:spcBef>
              <a:spcAft>
                <a:spcPts val="0"/>
              </a:spcAft>
              <a:buClr>
                <a:schemeClr val="dk1"/>
              </a:buClr>
              <a:buSzPts val="1280"/>
              <a:buFont typeface="Arial"/>
              <a:buNone/>
              <a:defRPr sz="128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9" name="Shape 119"/>
        <p:cNvGrpSpPr/>
        <p:nvPr/>
      </p:nvGrpSpPr>
      <p:grpSpPr>
        <a:xfrm>
          <a:off x="0" y="0"/>
          <a:ext cx="0" cy="0"/>
          <a:chOff x="0" y="0"/>
          <a:chExt cx="0" cy="0"/>
        </a:xfrm>
      </p:grpSpPr>
      <p:sp>
        <p:nvSpPr>
          <p:cNvPr id="120" name="Google Shape;120;p30"/>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1" name="Google Shape;121;p30"/>
          <p:cNvSpPr txBox="1"/>
          <p:nvPr>
            <p:ph idx="1" type="body"/>
          </p:nvPr>
        </p:nvSpPr>
        <p:spPr>
          <a:xfrm>
            <a:off x="693742" y="5638802"/>
            <a:ext cx="21018500" cy="26563638"/>
          </a:xfrm>
          <a:prstGeom prst="rect">
            <a:avLst/>
          </a:prstGeom>
          <a:noFill/>
          <a:ln>
            <a:noFill/>
          </a:ln>
        </p:spPr>
        <p:txBody>
          <a:bodyPr anchorCtr="0" anchor="t" bIns="380325" lIns="380325" spcFirstLastPara="1" rIns="380325" wrap="square" tIns="380325">
            <a:noAutofit/>
          </a:bodyPr>
          <a:lstStyle>
            <a:lvl1pPr indent="-384366" lvl="0" marL="457200" algn="l">
              <a:spcBef>
                <a:spcPts val="491"/>
              </a:spcBef>
              <a:spcAft>
                <a:spcPts val="0"/>
              </a:spcAft>
              <a:buClr>
                <a:schemeClr val="dk1"/>
              </a:buClr>
              <a:buSzPts val="2453"/>
              <a:buFont typeface="Arial"/>
              <a:buChar char="•"/>
              <a:defRPr sz="2453"/>
            </a:lvl1pPr>
            <a:lvl2pPr indent="-364046" lvl="1" marL="914400" algn="l">
              <a:spcBef>
                <a:spcPts val="427"/>
              </a:spcBef>
              <a:spcAft>
                <a:spcPts val="0"/>
              </a:spcAft>
              <a:buClr>
                <a:schemeClr val="dk1"/>
              </a:buClr>
              <a:buSzPts val="2133"/>
              <a:buFont typeface="Arial"/>
              <a:buChar char="–"/>
              <a:defRPr sz="2133"/>
            </a:lvl2pPr>
            <a:lvl3pPr indent="-343726" lvl="2" marL="1371600" algn="l">
              <a:spcBef>
                <a:spcPts val="363"/>
              </a:spcBef>
              <a:spcAft>
                <a:spcPts val="0"/>
              </a:spcAft>
              <a:buClr>
                <a:schemeClr val="dk1"/>
              </a:buClr>
              <a:buSzPts val="1813"/>
              <a:buFont typeface="Arial"/>
              <a:buChar char="•"/>
              <a:defRPr sz="1813"/>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122" name="Google Shape;122;p30"/>
          <p:cNvSpPr txBox="1"/>
          <p:nvPr>
            <p:ph idx="2" type="body"/>
          </p:nvPr>
        </p:nvSpPr>
        <p:spPr>
          <a:xfrm>
            <a:off x="21864641" y="5638802"/>
            <a:ext cx="21020087" cy="26563638"/>
          </a:xfrm>
          <a:prstGeom prst="rect">
            <a:avLst/>
          </a:prstGeom>
          <a:noFill/>
          <a:ln>
            <a:noFill/>
          </a:ln>
        </p:spPr>
        <p:txBody>
          <a:bodyPr anchorCtr="0" anchor="t" bIns="380325" lIns="380325" spcFirstLastPara="1" rIns="380325" wrap="square" tIns="380325">
            <a:noAutofit/>
          </a:bodyPr>
          <a:lstStyle>
            <a:lvl1pPr indent="-384366" lvl="0" marL="457200" algn="l">
              <a:spcBef>
                <a:spcPts val="491"/>
              </a:spcBef>
              <a:spcAft>
                <a:spcPts val="0"/>
              </a:spcAft>
              <a:buClr>
                <a:schemeClr val="dk1"/>
              </a:buClr>
              <a:buSzPts val="2453"/>
              <a:buFont typeface="Arial"/>
              <a:buChar char="•"/>
              <a:defRPr sz="2453"/>
            </a:lvl1pPr>
            <a:lvl2pPr indent="-364046" lvl="1" marL="914400" algn="l">
              <a:spcBef>
                <a:spcPts val="427"/>
              </a:spcBef>
              <a:spcAft>
                <a:spcPts val="0"/>
              </a:spcAft>
              <a:buClr>
                <a:schemeClr val="dk1"/>
              </a:buClr>
              <a:buSzPts val="2133"/>
              <a:buFont typeface="Arial"/>
              <a:buChar char="–"/>
              <a:defRPr sz="2133"/>
            </a:lvl2pPr>
            <a:lvl3pPr indent="-343726" lvl="2" marL="1371600" algn="l">
              <a:spcBef>
                <a:spcPts val="363"/>
              </a:spcBef>
              <a:spcAft>
                <a:spcPts val="0"/>
              </a:spcAft>
              <a:buClr>
                <a:schemeClr val="dk1"/>
              </a:buClr>
              <a:buSzPts val="1813"/>
              <a:buFont typeface="Arial"/>
              <a:buChar char="•"/>
              <a:defRPr sz="1813"/>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3" name="Shape 123"/>
        <p:cNvGrpSpPr/>
        <p:nvPr/>
      </p:nvGrpSpPr>
      <p:grpSpPr>
        <a:xfrm>
          <a:off x="0" y="0"/>
          <a:ext cx="0" cy="0"/>
          <a:chOff x="0" y="0"/>
          <a:chExt cx="0" cy="0"/>
        </a:xfrm>
      </p:grpSpPr>
      <p:sp>
        <p:nvSpPr>
          <p:cNvPr id="124" name="Google Shape;124;p31"/>
          <p:cNvSpPr txBox="1"/>
          <p:nvPr>
            <p:ph type="title"/>
          </p:nvPr>
        </p:nvSpPr>
        <p:spPr>
          <a:xfrm>
            <a:off x="2193926" y="1317626"/>
            <a:ext cx="39503351" cy="548640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5" name="Google Shape;125;p31"/>
          <p:cNvSpPr txBox="1"/>
          <p:nvPr>
            <p:ph idx="1" type="body"/>
          </p:nvPr>
        </p:nvSpPr>
        <p:spPr>
          <a:xfrm>
            <a:off x="2193926" y="7369178"/>
            <a:ext cx="19392901"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3"/>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126" name="Google Shape;126;p31"/>
          <p:cNvSpPr txBox="1"/>
          <p:nvPr>
            <p:ph idx="2" type="body"/>
          </p:nvPr>
        </p:nvSpPr>
        <p:spPr>
          <a:xfrm>
            <a:off x="2193926" y="10439402"/>
            <a:ext cx="19392901" cy="18965864"/>
          </a:xfrm>
          <a:prstGeom prst="rect">
            <a:avLst/>
          </a:prstGeom>
          <a:noFill/>
          <a:ln>
            <a:noFill/>
          </a:ln>
        </p:spPr>
        <p:txBody>
          <a:bodyPr anchorCtr="0" anchor="t" bIns="380325" lIns="380325" spcFirstLastPara="1" rIns="380325" wrap="square" tIns="380325">
            <a:noAutofit/>
          </a:bodyPr>
          <a:lstStyle>
            <a:lvl1pPr indent="-364046"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3"/>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
        <p:nvSpPr>
          <p:cNvPr id="127" name="Google Shape;127;p31"/>
          <p:cNvSpPr txBox="1"/>
          <p:nvPr>
            <p:ph idx="3" type="body"/>
          </p:nvPr>
        </p:nvSpPr>
        <p:spPr>
          <a:xfrm>
            <a:off x="22296440" y="7369178"/>
            <a:ext cx="19400837" cy="3070226"/>
          </a:xfrm>
          <a:prstGeom prst="rect">
            <a:avLst/>
          </a:prstGeom>
          <a:noFill/>
          <a:ln>
            <a:noFill/>
          </a:ln>
        </p:spPr>
        <p:txBody>
          <a:bodyPr anchorCtr="0" anchor="b" bIns="380325" lIns="380325" spcFirstLastPara="1" rIns="380325" wrap="square" tIns="380325">
            <a:noAutofit/>
          </a:bodyPr>
          <a:lstStyle>
            <a:lvl1pPr indent="-228600" lvl="0" marL="457200" algn="l">
              <a:spcBef>
                <a:spcPts val="427"/>
              </a:spcBef>
              <a:spcAft>
                <a:spcPts val="0"/>
              </a:spcAft>
              <a:buClr>
                <a:schemeClr val="dk1"/>
              </a:buClr>
              <a:buSzPts val="2133"/>
              <a:buFont typeface="Arial"/>
              <a:buNone/>
              <a:defRPr b="1" sz="2133"/>
            </a:lvl1pPr>
            <a:lvl2pPr indent="-228600" lvl="1" marL="914400" algn="l">
              <a:spcBef>
                <a:spcPts val="363"/>
              </a:spcBef>
              <a:spcAft>
                <a:spcPts val="0"/>
              </a:spcAft>
              <a:buClr>
                <a:schemeClr val="dk1"/>
              </a:buClr>
              <a:buSzPts val="1813"/>
              <a:buFont typeface="Arial"/>
              <a:buNone/>
              <a:defRPr b="1" sz="1813"/>
            </a:lvl2pPr>
            <a:lvl3pPr indent="-228600" lvl="2" marL="1371600" algn="l">
              <a:spcBef>
                <a:spcPts val="320"/>
              </a:spcBef>
              <a:spcAft>
                <a:spcPts val="0"/>
              </a:spcAft>
              <a:buClr>
                <a:schemeClr val="dk1"/>
              </a:buClr>
              <a:buSzPts val="1600"/>
              <a:buFont typeface="Arial"/>
              <a:buNone/>
              <a:defRPr b="1" sz="1600"/>
            </a:lvl3pPr>
            <a:lvl4pPr indent="-228600" lvl="3" marL="1828800" algn="l">
              <a:spcBef>
                <a:spcPts val="277"/>
              </a:spcBef>
              <a:spcAft>
                <a:spcPts val="0"/>
              </a:spcAft>
              <a:buClr>
                <a:schemeClr val="dk1"/>
              </a:buClr>
              <a:buSzPts val="1387"/>
              <a:buFont typeface="Arial"/>
              <a:buNone/>
              <a:defRPr b="1" sz="1387"/>
            </a:lvl4pPr>
            <a:lvl5pPr indent="-228600" lvl="4" marL="2286000" algn="l">
              <a:spcBef>
                <a:spcPts val="277"/>
              </a:spcBef>
              <a:spcAft>
                <a:spcPts val="0"/>
              </a:spcAft>
              <a:buClr>
                <a:schemeClr val="dk1"/>
              </a:buClr>
              <a:buSzPts val="1387"/>
              <a:buFont typeface="Arial"/>
              <a:buNone/>
              <a:defRPr b="1" sz="1387"/>
            </a:lvl5pPr>
            <a:lvl6pPr indent="-228600" lvl="5" marL="2743200" algn="l">
              <a:spcBef>
                <a:spcPts val="277"/>
              </a:spcBef>
              <a:spcAft>
                <a:spcPts val="0"/>
              </a:spcAft>
              <a:buClr>
                <a:schemeClr val="dk1"/>
              </a:buClr>
              <a:buSzPts val="1387"/>
              <a:buFont typeface="Arial"/>
              <a:buNone/>
              <a:defRPr b="1" sz="1387"/>
            </a:lvl6pPr>
            <a:lvl7pPr indent="-228600" lvl="6" marL="3200400" algn="l">
              <a:spcBef>
                <a:spcPts val="277"/>
              </a:spcBef>
              <a:spcAft>
                <a:spcPts val="0"/>
              </a:spcAft>
              <a:buClr>
                <a:schemeClr val="dk1"/>
              </a:buClr>
              <a:buSzPts val="1387"/>
              <a:buFont typeface="Arial"/>
              <a:buNone/>
              <a:defRPr b="1" sz="1387"/>
            </a:lvl7pPr>
            <a:lvl8pPr indent="-228600" lvl="7" marL="3657600" algn="l">
              <a:spcBef>
                <a:spcPts val="277"/>
              </a:spcBef>
              <a:spcAft>
                <a:spcPts val="0"/>
              </a:spcAft>
              <a:buClr>
                <a:schemeClr val="dk1"/>
              </a:buClr>
              <a:buSzPts val="1387"/>
              <a:buFont typeface="Arial"/>
              <a:buNone/>
              <a:defRPr b="1" sz="1387"/>
            </a:lvl8pPr>
            <a:lvl9pPr indent="-228600" lvl="8" marL="4114800" algn="l">
              <a:spcBef>
                <a:spcPts val="277"/>
              </a:spcBef>
              <a:spcAft>
                <a:spcPts val="0"/>
              </a:spcAft>
              <a:buClr>
                <a:schemeClr val="dk1"/>
              </a:buClr>
              <a:buSzPts val="1387"/>
              <a:buFont typeface="Arial"/>
              <a:buNone/>
              <a:defRPr b="1" sz="1387"/>
            </a:lvl9pPr>
          </a:lstStyle>
          <a:p/>
        </p:txBody>
      </p:sp>
      <p:sp>
        <p:nvSpPr>
          <p:cNvPr id="128" name="Google Shape;128;p31"/>
          <p:cNvSpPr txBox="1"/>
          <p:nvPr>
            <p:ph idx="4" type="body"/>
          </p:nvPr>
        </p:nvSpPr>
        <p:spPr>
          <a:xfrm>
            <a:off x="22296440" y="10439402"/>
            <a:ext cx="19400837" cy="18965864"/>
          </a:xfrm>
          <a:prstGeom prst="rect">
            <a:avLst/>
          </a:prstGeom>
          <a:noFill/>
          <a:ln>
            <a:noFill/>
          </a:ln>
        </p:spPr>
        <p:txBody>
          <a:bodyPr anchorCtr="0" anchor="t" bIns="380325" lIns="380325" spcFirstLastPara="1" rIns="380325" wrap="square" tIns="380325">
            <a:noAutofit/>
          </a:bodyPr>
          <a:lstStyle>
            <a:lvl1pPr indent="-364046" lvl="0" marL="457200" algn="l">
              <a:spcBef>
                <a:spcPts val="427"/>
              </a:spcBef>
              <a:spcAft>
                <a:spcPts val="0"/>
              </a:spcAft>
              <a:buClr>
                <a:schemeClr val="dk1"/>
              </a:buClr>
              <a:buSzPts val="2133"/>
              <a:buFont typeface="Arial"/>
              <a:buChar char="•"/>
              <a:defRPr sz="2133"/>
            </a:lvl1pPr>
            <a:lvl2pPr indent="-343725" lvl="1" marL="914400" algn="l">
              <a:spcBef>
                <a:spcPts val="363"/>
              </a:spcBef>
              <a:spcAft>
                <a:spcPts val="0"/>
              </a:spcAft>
              <a:buClr>
                <a:schemeClr val="dk1"/>
              </a:buClr>
              <a:buSzPts val="1813"/>
              <a:buFont typeface="Arial"/>
              <a:buChar char="–"/>
              <a:defRPr sz="1813"/>
            </a:lvl2pPr>
            <a:lvl3pPr indent="-330200" lvl="2" marL="1371600" algn="l">
              <a:spcBef>
                <a:spcPts val="320"/>
              </a:spcBef>
              <a:spcAft>
                <a:spcPts val="0"/>
              </a:spcAft>
              <a:buClr>
                <a:schemeClr val="dk1"/>
              </a:buClr>
              <a:buSzPts val="1600"/>
              <a:buFont typeface="Arial"/>
              <a:buChar char="•"/>
              <a:defRPr sz="1600"/>
            </a:lvl3pPr>
            <a:lvl4pPr indent="-316674" lvl="3" marL="1828800" algn="l">
              <a:spcBef>
                <a:spcPts val="277"/>
              </a:spcBef>
              <a:spcAft>
                <a:spcPts val="0"/>
              </a:spcAft>
              <a:buClr>
                <a:schemeClr val="dk1"/>
              </a:buClr>
              <a:buSzPts val="1387"/>
              <a:buFont typeface="Arial"/>
              <a:buChar char="–"/>
              <a:defRPr sz="1387"/>
            </a:lvl4pPr>
            <a:lvl5pPr indent="-316674" lvl="4" marL="2286000" algn="l">
              <a:spcBef>
                <a:spcPts val="277"/>
              </a:spcBef>
              <a:spcAft>
                <a:spcPts val="0"/>
              </a:spcAft>
              <a:buClr>
                <a:schemeClr val="dk1"/>
              </a:buClr>
              <a:buSzPts val="1387"/>
              <a:buFont typeface="Arial"/>
              <a:buChar char="»"/>
              <a:defRPr sz="1387"/>
            </a:lvl5pPr>
            <a:lvl6pPr indent="-316674" lvl="5" marL="2743200" algn="l">
              <a:spcBef>
                <a:spcPts val="277"/>
              </a:spcBef>
              <a:spcAft>
                <a:spcPts val="0"/>
              </a:spcAft>
              <a:buClr>
                <a:schemeClr val="dk1"/>
              </a:buClr>
              <a:buSzPts val="1387"/>
              <a:buFont typeface="Arial"/>
              <a:buChar char="»"/>
              <a:defRPr sz="1387"/>
            </a:lvl6pPr>
            <a:lvl7pPr indent="-316674" lvl="6" marL="3200400" algn="l">
              <a:spcBef>
                <a:spcPts val="277"/>
              </a:spcBef>
              <a:spcAft>
                <a:spcPts val="0"/>
              </a:spcAft>
              <a:buClr>
                <a:schemeClr val="dk1"/>
              </a:buClr>
              <a:buSzPts val="1387"/>
              <a:buFont typeface="Arial"/>
              <a:buChar char="»"/>
              <a:defRPr sz="1387"/>
            </a:lvl7pPr>
            <a:lvl8pPr indent="-316674" lvl="7" marL="3657600" algn="l">
              <a:spcBef>
                <a:spcPts val="277"/>
              </a:spcBef>
              <a:spcAft>
                <a:spcPts val="0"/>
              </a:spcAft>
              <a:buClr>
                <a:schemeClr val="dk1"/>
              </a:buClr>
              <a:buSzPts val="1387"/>
              <a:buFont typeface="Arial"/>
              <a:buChar char="»"/>
              <a:defRPr sz="1387"/>
            </a:lvl8pPr>
            <a:lvl9pPr indent="-316674" lvl="8" marL="4114800" algn="l">
              <a:spcBef>
                <a:spcPts val="277"/>
              </a:spcBef>
              <a:spcAft>
                <a:spcPts val="0"/>
              </a:spcAft>
              <a:buClr>
                <a:schemeClr val="dk1"/>
              </a:buClr>
              <a:buSzPts val="1387"/>
              <a:buFont typeface="Arial"/>
              <a:buChar char="»"/>
              <a:defRPr sz="1387"/>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32"/>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2" name="Shape 132"/>
        <p:cNvGrpSpPr/>
        <p:nvPr/>
      </p:nvGrpSpPr>
      <p:grpSpPr>
        <a:xfrm>
          <a:off x="0" y="0"/>
          <a:ext cx="0" cy="0"/>
          <a:chOff x="0" y="0"/>
          <a:chExt cx="0" cy="0"/>
        </a:xfrm>
      </p:grpSpPr>
      <p:sp>
        <p:nvSpPr>
          <p:cNvPr id="133" name="Google Shape;133;p34"/>
          <p:cNvSpPr txBox="1"/>
          <p:nvPr>
            <p:ph type="title"/>
          </p:nvPr>
        </p:nvSpPr>
        <p:spPr>
          <a:xfrm>
            <a:off x="2193926" y="1311276"/>
            <a:ext cx="14439901" cy="5576889"/>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3"/>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4" name="Google Shape;134;p34"/>
          <p:cNvSpPr txBox="1"/>
          <p:nvPr>
            <p:ph idx="1" type="body"/>
          </p:nvPr>
        </p:nvSpPr>
        <p:spPr>
          <a:xfrm>
            <a:off x="17160875" y="1311276"/>
            <a:ext cx="24536400" cy="28093989"/>
          </a:xfrm>
          <a:prstGeom prst="rect">
            <a:avLst/>
          </a:prstGeom>
          <a:noFill/>
          <a:ln>
            <a:noFill/>
          </a:ln>
        </p:spPr>
        <p:txBody>
          <a:bodyPr anchorCtr="0" anchor="t" bIns="380325" lIns="380325" spcFirstLastPara="1" rIns="380325" wrap="square" tIns="380325">
            <a:noAutofit/>
          </a:bodyPr>
          <a:lstStyle>
            <a:lvl1pPr indent="-411480" lvl="0" marL="457200" algn="l">
              <a:spcBef>
                <a:spcPts val="576"/>
              </a:spcBef>
              <a:spcAft>
                <a:spcPts val="0"/>
              </a:spcAft>
              <a:buClr>
                <a:schemeClr val="dk1"/>
              </a:buClr>
              <a:buSzPts val="2880"/>
              <a:buFont typeface="Arial"/>
              <a:buChar char="•"/>
              <a:defRPr sz="2880"/>
            </a:lvl1pPr>
            <a:lvl2pPr indent="-384366" lvl="1" marL="914400" algn="l">
              <a:spcBef>
                <a:spcPts val="491"/>
              </a:spcBef>
              <a:spcAft>
                <a:spcPts val="0"/>
              </a:spcAft>
              <a:buClr>
                <a:schemeClr val="dk1"/>
              </a:buClr>
              <a:buSzPts val="2453"/>
              <a:buFont typeface="Arial"/>
              <a:buChar char="–"/>
              <a:defRPr sz="2453"/>
            </a:lvl2pPr>
            <a:lvl3pPr indent="-364046" lvl="2" marL="1371600" algn="l">
              <a:spcBef>
                <a:spcPts val="427"/>
              </a:spcBef>
              <a:spcAft>
                <a:spcPts val="0"/>
              </a:spcAft>
              <a:buClr>
                <a:schemeClr val="dk1"/>
              </a:buClr>
              <a:buSzPts val="2133"/>
              <a:buFont typeface="Arial"/>
              <a:buChar char="•"/>
              <a:defRPr sz="2133"/>
            </a:lvl3pPr>
            <a:lvl4pPr indent="-343726" lvl="3" marL="1828800" algn="l">
              <a:spcBef>
                <a:spcPts val="363"/>
              </a:spcBef>
              <a:spcAft>
                <a:spcPts val="0"/>
              </a:spcAft>
              <a:buClr>
                <a:schemeClr val="dk1"/>
              </a:buClr>
              <a:buSzPts val="1813"/>
              <a:buFont typeface="Arial"/>
              <a:buChar char="–"/>
              <a:defRPr sz="1813"/>
            </a:lvl4pPr>
            <a:lvl5pPr indent="-343726" lvl="4" marL="2286000" algn="l">
              <a:spcBef>
                <a:spcPts val="363"/>
              </a:spcBef>
              <a:spcAft>
                <a:spcPts val="0"/>
              </a:spcAft>
              <a:buClr>
                <a:schemeClr val="dk1"/>
              </a:buClr>
              <a:buSzPts val="1813"/>
              <a:buFont typeface="Arial"/>
              <a:buChar char="»"/>
              <a:defRPr sz="1813"/>
            </a:lvl5pPr>
            <a:lvl6pPr indent="-343726" lvl="5" marL="2743200" algn="l">
              <a:spcBef>
                <a:spcPts val="363"/>
              </a:spcBef>
              <a:spcAft>
                <a:spcPts val="0"/>
              </a:spcAft>
              <a:buClr>
                <a:schemeClr val="dk1"/>
              </a:buClr>
              <a:buSzPts val="1813"/>
              <a:buFont typeface="Arial"/>
              <a:buChar char="»"/>
              <a:defRPr sz="1813"/>
            </a:lvl6pPr>
            <a:lvl7pPr indent="-343726" lvl="6" marL="3200400" algn="l">
              <a:spcBef>
                <a:spcPts val="363"/>
              </a:spcBef>
              <a:spcAft>
                <a:spcPts val="0"/>
              </a:spcAft>
              <a:buClr>
                <a:schemeClr val="dk1"/>
              </a:buClr>
              <a:buSzPts val="1813"/>
              <a:buFont typeface="Arial"/>
              <a:buChar char="»"/>
              <a:defRPr sz="1813"/>
            </a:lvl7pPr>
            <a:lvl8pPr indent="-343726" lvl="7" marL="3657600" algn="l">
              <a:spcBef>
                <a:spcPts val="363"/>
              </a:spcBef>
              <a:spcAft>
                <a:spcPts val="0"/>
              </a:spcAft>
              <a:buClr>
                <a:schemeClr val="dk1"/>
              </a:buClr>
              <a:buSzPts val="1813"/>
              <a:buFont typeface="Arial"/>
              <a:buChar char="»"/>
              <a:defRPr sz="1813"/>
            </a:lvl8pPr>
            <a:lvl9pPr indent="-343726" lvl="8" marL="4114800" algn="l">
              <a:spcBef>
                <a:spcPts val="363"/>
              </a:spcBef>
              <a:spcAft>
                <a:spcPts val="0"/>
              </a:spcAft>
              <a:buClr>
                <a:schemeClr val="dk1"/>
              </a:buClr>
              <a:buSzPts val="1813"/>
              <a:buFont typeface="Arial"/>
              <a:buChar char="»"/>
              <a:defRPr sz="1813"/>
            </a:lvl9pPr>
          </a:lstStyle>
          <a:p/>
        </p:txBody>
      </p:sp>
      <p:sp>
        <p:nvSpPr>
          <p:cNvPr id="135" name="Google Shape;135;p34"/>
          <p:cNvSpPr txBox="1"/>
          <p:nvPr>
            <p:ph idx="2" type="body"/>
          </p:nvPr>
        </p:nvSpPr>
        <p:spPr>
          <a:xfrm>
            <a:off x="2193926" y="6888164"/>
            <a:ext cx="14439901" cy="22517100"/>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35"/>
          <p:cNvSpPr txBox="1"/>
          <p:nvPr>
            <p:ph type="title"/>
          </p:nvPr>
        </p:nvSpPr>
        <p:spPr>
          <a:xfrm>
            <a:off x="8602664" y="23042566"/>
            <a:ext cx="26335037" cy="2720975"/>
          </a:xfrm>
          <a:prstGeom prst="rect">
            <a:avLst/>
          </a:prstGeom>
          <a:noFill/>
          <a:ln>
            <a:noFill/>
          </a:ln>
        </p:spPr>
        <p:txBody>
          <a:bodyPr anchorCtr="0" anchor="b" bIns="38000" lIns="76050" spcFirstLastPara="1" rIns="76050" wrap="square" tIns="38000">
            <a:noAutofit/>
          </a:bodyPr>
          <a:lstStyle>
            <a:lvl1pPr lvl="0" algn="l">
              <a:spcBef>
                <a:spcPts val="0"/>
              </a:spcBef>
              <a:spcAft>
                <a:spcPts val="0"/>
              </a:spcAft>
              <a:buSzPts val="1400"/>
              <a:buNone/>
              <a:defRPr b="1" sz="1813"/>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8" name="Google Shape;138;p35"/>
          <p:cNvSpPr/>
          <p:nvPr>
            <p:ph idx="2" type="pic"/>
          </p:nvPr>
        </p:nvSpPr>
        <p:spPr>
          <a:xfrm>
            <a:off x="8602664" y="2941640"/>
            <a:ext cx="26335037" cy="19750088"/>
          </a:xfrm>
          <a:prstGeom prst="rect">
            <a:avLst/>
          </a:prstGeom>
          <a:noFill/>
          <a:ln>
            <a:noFill/>
          </a:ln>
        </p:spPr>
      </p:sp>
      <p:sp>
        <p:nvSpPr>
          <p:cNvPr id="139" name="Google Shape;139;p35"/>
          <p:cNvSpPr txBox="1"/>
          <p:nvPr>
            <p:ph idx="1" type="body"/>
          </p:nvPr>
        </p:nvSpPr>
        <p:spPr>
          <a:xfrm>
            <a:off x="8602664" y="25763540"/>
            <a:ext cx="26335037" cy="3862388"/>
          </a:xfrm>
          <a:prstGeom prst="rect">
            <a:avLst/>
          </a:prstGeom>
          <a:noFill/>
          <a:ln>
            <a:noFill/>
          </a:ln>
        </p:spPr>
        <p:txBody>
          <a:bodyPr anchorCtr="0" anchor="t" bIns="380325" lIns="380325" spcFirstLastPara="1" rIns="380325" wrap="square" tIns="380325">
            <a:noAutofit/>
          </a:bodyPr>
          <a:lstStyle>
            <a:lvl1pPr indent="-228600" lvl="0" marL="457200" algn="l">
              <a:spcBef>
                <a:spcPts val="256"/>
              </a:spcBef>
              <a:spcAft>
                <a:spcPts val="0"/>
              </a:spcAft>
              <a:buClr>
                <a:schemeClr val="dk1"/>
              </a:buClr>
              <a:buSzPts val="1280"/>
              <a:buFont typeface="Arial"/>
              <a:buNone/>
              <a:defRPr sz="1280"/>
            </a:lvl1pPr>
            <a:lvl2pPr indent="-228600" lvl="1" marL="914400" algn="l">
              <a:spcBef>
                <a:spcPts val="213"/>
              </a:spcBef>
              <a:spcAft>
                <a:spcPts val="0"/>
              </a:spcAft>
              <a:buClr>
                <a:schemeClr val="dk1"/>
              </a:buClr>
              <a:buSzPts val="1067"/>
              <a:buFont typeface="Arial"/>
              <a:buNone/>
              <a:defRPr sz="1067"/>
            </a:lvl2pPr>
            <a:lvl3pPr indent="-228600" lvl="2" marL="1371600" algn="l">
              <a:spcBef>
                <a:spcPts val="171"/>
              </a:spcBef>
              <a:spcAft>
                <a:spcPts val="0"/>
              </a:spcAft>
              <a:buClr>
                <a:schemeClr val="dk1"/>
              </a:buClr>
              <a:buSzPts val="853"/>
              <a:buFont typeface="Arial"/>
              <a:buNone/>
              <a:defRPr sz="853"/>
            </a:lvl3pPr>
            <a:lvl4pPr indent="-228600" lvl="3" marL="1828800" algn="l">
              <a:spcBef>
                <a:spcPts val="149"/>
              </a:spcBef>
              <a:spcAft>
                <a:spcPts val="0"/>
              </a:spcAft>
              <a:buClr>
                <a:schemeClr val="dk1"/>
              </a:buClr>
              <a:buSzPts val="747"/>
              <a:buFont typeface="Arial"/>
              <a:buNone/>
              <a:defRPr sz="747"/>
            </a:lvl4pPr>
            <a:lvl5pPr indent="-228600" lvl="4" marL="2286000" algn="l">
              <a:spcBef>
                <a:spcPts val="149"/>
              </a:spcBef>
              <a:spcAft>
                <a:spcPts val="0"/>
              </a:spcAft>
              <a:buClr>
                <a:schemeClr val="dk1"/>
              </a:buClr>
              <a:buSzPts val="747"/>
              <a:buFont typeface="Arial"/>
              <a:buNone/>
              <a:defRPr sz="747"/>
            </a:lvl5pPr>
            <a:lvl6pPr indent="-228600" lvl="5" marL="2743200" algn="l">
              <a:spcBef>
                <a:spcPts val="149"/>
              </a:spcBef>
              <a:spcAft>
                <a:spcPts val="0"/>
              </a:spcAft>
              <a:buClr>
                <a:schemeClr val="dk1"/>
              </a:buClr>
              <a:buSzPts val="747"/>
              <a:buFont typeface="Arial"/>
              <a:buNone/>
              <a:defRPr sz="747"/>
            </a:lvl6pPr>
            <a:lvl7pPr indent="-228600" lvl="6" marL="3200400" algn="l">
              <a:spcBef>
                <a:spcPts val="149"/>
              </a:spcBef>
              <a:spcAft>
                <a:spcPts val="0"/>
              </a:spcAft>
              <a:buClr>
                <a:schemeClr val="dk1"/>
              </a:buClr>
              <a:buSzPts val="747"/>
              <a:buFont typeface="Arial"/>
              <a:buNone/>
              <a:defRPr sz="747"/>
            </a:lvl7pPr>
            <a:lvl8pPr indent="-228600" lvl="7" marL="3657600" algn="l">
              <a:spcBef>
                <a:spcPts val="149"/>
              </a:spcBef>
              <a:spcAft>
                <a:spcPts val="0"/>
              </a:spcAft>
              <a:buClr>
                <a:schemeClr val="dk1"/>
              </a:buClr>
              <a:buSzPts val="747"/>
              <a:buFont typeface="Arial"/>
              <a:buNone/>
              <a:defRPr sz="747"/>
            </a:lvl8pPr>
            <a:lvl9pPr indent="-228600" lvl="8" marL="4114800" algn="l">
              <a:spcBef>
                <a:spcPts val="149"/>
              </a:spcBef>
              <a:spcAft>
                <a:spcPts val="0"/>
              </a:spcAft>
              <a:buClr>
                <a:schemeClr val="dk1"/>
              </a:buClr>
              <a:buSzPts val="747"/>
              <a:buFont typeface="Arial"/>
              <a:buNone/>
              <a:defRPr sz="747"/>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0" name="Shape 140"/>
        <p:cNvGrpSpPr/>
        <p:nvPr/>
      </p:nvGrpSpPr>
      <p:grpSpPr>
        <a:xfrm>
          <a:off x="0" y="0"/>
          <a:ext cx="0" cy="0"/>
          <a:chOff x="0" y="0"/>
          <a:chExt cx="0" cy="0"/>
        </a:xfrm>
      </p:grpSpPr>
      <p:sp>
        <p:nvSpPr>
          <p:cNvPr id="141" name="Google Shape;141;p36"/>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2" name="Google Shape;142;p36"/>
          <p:cNvSpPr txBox="1"/>
          <p:nvPr>
            <p:ph idx="1" type="body"/>
          </p:nvPr>
        </p:nvSpPr>
        <p:spPr>
          <a:xfrm rot="5400000">
            <a:off x="8507731" y="-2175510"/>
            <a:ext cx="26563320" cy="42191940"/>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3" name="Shape 143"/>
        <p:cNvGrpSpPr/>
        <p:nvPr/>
      </p:nvGrpSpPr>
      <p:grpSpPr>
        <a:xfrm>
          <a:off x="0" y="0"/>
          <a:ext cx="0" cy="0"/>
          <a:chOff x="0" y="0"/>
          <a:chExt cx="0" cy="0"/>
        </a:xfrm>
      </p:grpSpPr>
      <p:sp>
        <p:nvSpPr>
          <p:cNvPr id="144" name="Google Shape;144;p37"/>
          <p:cNvSpPr txBox="1"/>
          <p:nvPr>
            <p:ph type="title"/>
          </p:nvPr>
        </p:nvSpPr>
        <p:spPr>
          <a:xfrm rot="5400000">
            <a:off x="22146421" y="11464134"/>
            <a:ext cx="30929264" cy="10547351"/>
          </a:xfrm>
          <a:prstGeom prst="rect">
            <a:avLst/>
          </a:prstGeom>
          <a:noFill/>
          <a:ln>
            <a:noFill/>
          </a:ln>
        </p:spPr>
        <p:txBody>
          <a:bodyPr anchorCtr="0" anchor="ctr" bIns="38000" lIns="76050" spcFirstLastPara="1" rIns="76050" wrap="square" tIns="380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5" name="Google Shape;145;p37"/>
          <p:cNvSpPr txBox="1"/>
          <p:nvPr>
            <p:ph idx="1" type="body"/>
          </p:nvPr>
        </p:nvSpPr>
        <p:spPr>
          <a:xfrm rot="5400000">
            <a:off x="974727" y="992189"/>
            <a:ext cx="30929264" cy="31491239"/>
          </a:xfrm>
          <a:prstGeom prst="rect">
            <a:avLst/>
          </a:prstGeom>
          <a:noFill/>
          <a:ln>
            <a:noFill/>
          </a:ln>
        </p:spPr>
        <p:txBody>
          <a:bodyPr anchorCtr="0" anchor="t" bIns="380325" lIns="380325" spcFirstLastPara="1" rIns="380325" wrap="square" tIns="380325">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4.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p:nvPr/>
        </p:nvSpPr>
        <p:spPr>
          <a:xfrm>
            <a:off x="0" y="0"/>
            <a:ext cx="43891200" cy="4800600"/>
          </a:xfrm>
          <a:prstGeom prst="rect">
            <a:avLst/>
          </a:prstGeom>
          <a:solidFill>
            <a:schemeClr val="accent2"/>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1" name="Google Shape;11;p2"/>
          <p:cNvSpPr/>
          <p:nvPr/>
        </p:nvSpPr>
        <p:spPr>
          <a:xfrm>
            <a:off x="693421" y="5638800"/>
            <a:ext cx="9974580" cy="2656332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2" name="Google Shape;12;p2"/>
          <p:cNvSpPr/>
          <p:nvPr/>
        </p:nvSpPr>
        <p:spPr>
          <a:xfrm>
            <a:off x="0" y="4800600"/>
            <a:ext cx="43891200" cy="129540"/>
          </a:xfrm>
          <a:prstGeom prst="rect">
            <a:avLst/>
          </a:prstGeom>
          <a:solidFill>
            <a:srgbClr val="660000"/>
          </a:solidFill>
          <a:ln cap="flat" cmpd="sng" w="152400">
            <a:solidFill>
              <a:srgbClr val="FF9900"/>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3" name="Google Shape;13;p2"/>
          <p:cNvSpPr txBox="1"/>
          <p:nvPr/>
        </p:nvSpPr>
        <p:spPr>
          <a:xfrm>
            <a:off x="609600" y="32445961"/>
            <a:ext cx="2514600" cy="275603"/>
          </a:xfrm>
          <a:prstGeom prst="rect">
            <a:avLst/>
          </a:prstGeom>
          <a:noFill/>
          <a:ln>
            <a:noFill/>
          </a:ln>
        </p:spPr>
        <p:txBody>
          <a:bodyPr anchorCtr="0" anchor="t" bIns="40550" lIns="81100" spcFirstLastPara="1" rIns="81100" wrap="square" tIns="40550">
            <a:spAutoFit/>
          </a:bodyPr>
          <a:lstStyle/>
          <a:p>
            <a:pPr indent="0" lvl="0" marL="0" marR="0" rtl="0" algn="l">
              <a:lnSpc>
                <a:spcPct val="65000"/>
              </a:lnSpc>
              <a:spcBef>
                <a:spcPts val="0"/>
              </a:spcBef>
              <a:spcAft>
                <a:spcPts val="0"/>
              </a:spcAft>
              <a:buNone/>
            </a:pPr>
            <a:r>
              <a:rPr b="1" i="0" lang="en-US" sz="427" u="none" cap="none" strike="noStrike">
                <a:solidFill>
                  <a:schemeClr val="lt2"/>
                </a:solidFill>
                <a:latin typeface="Arial"/>
                <a:ea typeface="Arial"/>
                <a:cs typeface="Arial"/>
                <a:sym typeface="Arial"/>
              </a:rPr>
              <a:t>TEMPLATE DESIGN © 2008</a:t>
            </a:r>
            <a:endParaRPr/>
          </a:p>
          <a:p>
            <a:pPr indent="0" lvl="0" marL="0" marR="0" rtl="0" algn="l">
              <a:lnSpc>
                <a:spcPct val="65000"/>
              </a:lnSpc>
              <a:spcBef>
                <a:spcPts val="427"/>
              </a:spcBef>
              <a:spcAft>
                <a:spcPts val="0"/>
              </a:spcAft>
              <a:buNone/>
            </a:pPr>
            <a:r>
              <a:rPr b="1" i="0" lang="en-US" sz="853" u="none" cap="none" strike="noStrike">
                <a:solidFill>
                  <a:schemeClr val="lt2"/>
                </a:solidFill>
                <a:latin typeface="Arial"/>
                <a:ea typeface="Arial"/>
                <a:cs typeface="Arial"/>
                <a:sym typeface="Arial"/>
              </a:rPr>
              <a:t>www.PosterPresentations.com</a:t>
            </a:r>
            <a:endParaRPr/>
          </a:p>
        </p:txBody>
      </p:sp>
      <p:sp>
        <p:nvSpPr>
          <p:cNvPr id="14" name="Google Shape;14;p2"/>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1pPr>
            <a:lvl2pPr lvl="1"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2pPr>
            <a:lvl3pPr lvl="2"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3pPr>
            <a:lvl4pPr lvl="3"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4pPr>
            <a:lvl5pPr lvl="4"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5pPr>
            <a:lvl6pPr lvl="5"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6pPr>
            <a:lvl7pPr lvl="6"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7pPr>
            <a:lvl8pPr lvl="7"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8pPr>
            <a:lvl9pPr lvl="8" marR="0" rtl="0" algn="ctr">
              <a:spcBef>
                <a:spcPts val="0"/>
              </a:spcBef>
              <a:spcAft>
                <a:spcPts val="0"/>
              </a:spcAft>
              <a:buSzPts val="1400"/>
              <a:buNone/>
              <a:defRPr b="0" i="0" sz="7680" u="none" cap="none" strike="noStrike">
                <a:solidFill>
                  <a:srgbClr val="FFFFFF"/>
                </a:solidFill>
                <a:latin typeface="Arial Black"/>
                <a:ea typeface="Arial Black"/>
                <a:cs typeface="Arial Black"/>
                <a:sym typeface="Arial Black"/>
              </a:defRPr>
            </a:lvl9pPr>
          </a:lstStyle>
          <a:p/>
        </p:txBody>
      </p:sp>
      <p:sp>
        <p:nvSpPr>
          <p:cNvPr id="15" name="Google Shape;15;p2"/>
          <p:cNvSpPr txBox="1"/>
          <p:nvPr>
            <p:ph idx="1" type="body"/>
          </p:nvPr>
        </p:nvSpPr>
        <p:spPr>
          <a:xfrm>
            <a:off x="693421" y="5638800"/>
            <a:ext cx="9974580" cy="26563320"/>
          </a:xfrm>
          <a:prstGeom prst="rect">
            <a:avLst/>
          </a:prstGeom>
          <a:noFill/>
          <a:ln>
            <a:noFill/>
          </a:ln>
        </p:spPr>
        <p:txBody>
          <a:bodyPr anchorCtr="0" anchor="t" bIns="380325" lIns="380325" spcFirstLastPara="1" rIns="380325" wrap="square" tIns="380325">
            <a:noAutofit/>
          </a:bodyPr>
          <a:lstStyle>
            <a:lvl1pPr indent="-391160" lvl="0" marL="4572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1pPr>
            <a:lvl2pPr indent="-391160" lvl="1" marL="9144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2pPr>
            <a:lvl3pPr indent="-364046" lvl="2" marL="1371600" marR="0" rtl="0" algn="l">
              <a:spcBef>
                <a:spcPts val="427"/>
              </a:spcBef>
              <a:spcAft>
                <a:spcPts val="0"/>
              </a:spcAft>
              <a:buClr>
                <a:schemeClr val="dk1"/>
              </a:buClr>
              <a:buSzPts val="2133"/>
              <a:buFont typeface="Arial"/>
              <a:buChar char="•"/>
              <a:defRPr b="0" i="0" sz="2133" u="none" cap="none" strike="noStrike">
                <a:solidFill>
                  <a:schemeClr val="dk1"/>
                </a:solidFill>
                <a:latin typeface="Arial"/>
                <a:ea typeface="Arial"/>
                <a:cs typeface="Arial"/>
                <a:sym typeface="Arial"/>
              </a:defRPr>
            </a:lvl3pPr>
            <a:lvl4pPr indent="-336995" lvl="3" marL="1828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4pPr>
            <a:lvl5pPr indent="-336995" lvl="4" marL="22860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5pPr>
            <a:lvl6pPr indent="-336995" lvl="5" marL="27432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6pPr>
            <a:lvl7pPr indent="-336995" lvl="6" marL="32004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7pPr>
            <a:lvl8pPr indent="-336995" lvl="7" marL="36576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8pPr>
            <a:lvl9pPr indent="-336995" lvl="8" marL="4114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9pPr>
          </a:lstStyle>
          <a:p/>
        </p:txBody>
      </p:sp>
      <p:sp>
        <p:nvSpPr>
          <p:cNvPr id="16" name="Google Shape;16;p2"/>
          <p:cNvSpPr/>
          <p:nvPr/>
        </p:nvSpPr>
        <p:spPr>
          <a:xfrm>
            <a:off x="0" y="0"/>
            <a:ext cx="43891200" cy="32918400"/>
          </a:xfrm>
          <a:prstGeom prst="rect">
            <a:avLst/>
          </a:prstGeom>
          <a:noFill/>
          <a:ln cap="flat" cmpd="sng" w="9525">
            <a:solidFill>
              <a:schemeClr val="dk2"/>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7" name="Google Shape;17;p2"/>
          <p:cNvSpPr/>
          <p:nvPr/>
        </p:nvSpPr>
        <p:spPr>
          <a:xfrm>
            <a:off x="11490960" y="5638800"/>
            <a:ext cx="9982200" cy="2656332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8" name="Google Shape;18;p2"/>
          <p:cNvSpPr/>
          <p:nvPr/>
        </p:nvSpPr>
        <p:spPr>
          <a:xfrm>
            <a:off x="22273260" y="5638800"/>
            <a:ext cx="9982200" cy="2656332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
        <p:nvSpPr>
          <p:cNvPr id="19" name="Google Shape;19;p2"/>
          <p:cNvSpPr/>
          <p:nvPr/>
        </p:nvSpPr>
        <p:spPr>
          <a:xfrm>
            <a:off x="33078420" y="5638800"/>
            <a:ext cx="9982200" cy="26563320"/>
          </a:xfrm>
          <a:prstGeom prst="rect">
            <a:avLst/>
          </a:prstGeom>
          <a:solidFill>
            <a:srgbClr val="FFFFFF"/>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b="0" i="0" sz="2195" u="none" cap="none" strike="noStrike">
              <a:solidFill>
                <a:schemeClr val="dk1"/>
              </a:solidFill>
              <a:latin typeface="Arial Narrow"/>
              <a:ea typeface="Arial Narrow"/>
              <a:cs typeface="Arial Narrow"/>
              <a:sym typeface="Arial Narrow"/>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14"/>
          <p:cNvSpPr/>
          <p:nvPr/>
        </p:nvSpPr>
        <p:spPr>
          <a:xfrm>
            <a:off x="0" y="0"/>
            <a:ext cx="43891200" cy="4800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58" name="Google Shape;58;p14"/>
          <p:cNvSpPr/>
          <p:nvPr/>
        </p:nvSpPr>
        <p:spPr>
          <a:xfrm>
            <a:off x="693421" y="5638800"/>
            <a:ext cx="9974580" cy="265633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59" name="Google Shape;59;p14"/>
          <p:cNvSpPr/>
          <p:nvPr/>
        </p:nvSpPr>
        <p:spPr>
          <a:xfrm>
            <a:off x="0" y="4800600"/>
            <a:ext cx="43891200" cy="129540"/>
          </a:xfrm>
          <a:prstGeom prst="rect">
            <a:avLst/>
          </a:prstGeom>
          <a:solidFill>
            <a:srgbClr val="660000"/>
          </a:solidFill>
          <a:ln>
            <a:noFill/>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60" name="Google Shape;60;p14"/>
          <p:cNvSpPr txBox="1"/>
          <p:nvPr/>
        </p:nvSpPr>
        <p:spPr>
          <a:xfrm>
            <a:off x="609600" y="32445961"/>
            <a:ext cx="2514600" cy="275603"/>
          </a:xfrm>
          <a:prstGeom prst="rect">
            <a:avLst/>
          </a:prstGeom>
          <a:noFill/>
          <a:ln>
            <a:noFill/>
          </a:ln>
        </p:spPr>
        <p:txBody>
          <a:bodyPr anchorCtr="0" anchor="t" bIns="40550" lIns="81100" spcFirstLastPara="1" rIns="81100" wrap="square" tIns="40550">
            <a:spAutoFit/>
          </a:bodyPr>
          <a:lstStyle/>
          <a:p>
            <a:pPr indent="0" lvl="0" marL="0" marR="0" rtl="0" algn="l">
              <a:lnSpc>
                <a:spcPct val="65000"/>
              </a:lnSpc>
              <a:spcBef>
                <a:spcPts val="0"/>
              </a:spcBef>
              <a:spcAft>
                <a:spcPts val="0"/>
              </a:spcAft>
              <a:buNone/>
            </a:pPr>
            <a:r>
              <a:rPr b="1" lang="en-US" sz="427">
                <a:solidFill>
                  <a:schemeClr val="lt2"/>
                </a:solidFill>
                <a:latin typeface="Arial"/>
                <a:ea typeface="Arial"/>
                <a:cs typeface="Arial"/>
                <a:sym typeface="Arial"/>
              </a:rPr>
              <a:t>POSTER TEMPLATE BY:</a:t>
            </a:r>
            <a:endParaRPr/>
          </a:p>
          <a:p>
            <a:pPr indent="0" lvl="0" marL="0" marR="0" rtl="0" algn="l">
              <a:lnSpc>
                <a:spcPct val="65000"/>
              </a:lnSpc>
              <a:spcBef>
                <a:spcPts val="427"/>
              </a:spcBef>
              <a:spcAft>
                <a:spcPts val="0"/>
              </a:spcAft>
              <a:buNone/>
            </a:pPr>
            <a:r>
              <a:rPr b="1" lang="en-US" sz="853">
                <a:solidFill>
                  <a:schemeClr val="lt2"/>
                </a:solidFill>
                <a:latin typeface="Arial"/>
                <a:ea typeface="Arial"/>
                <a:cs typeface="Arial"/>
                <a:sym typeface="Arial"/>
              </a:rPr>
              <a:t>www.PosterPresentations.com</a:t>
            </a:r>
            <a:endParaRPr/>
          </a:p>
        </p:txBody>
      </p:sp>
      <p:sp>
        <p:nvSpPr>
          <p:cNvPr id="61" name="Google Shape;61;p14"/>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1pPr>
            <a:lvl2pPr lvl="1"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2pPr>
            <a:lvl3pPr lvl="2"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3pPr>
            <a:lvl4pPr lvl="3"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4pPr>
            <a:lvl5pPr lvl="4"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5pPr>
            <a:lvl6pPr lvl="5"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6pPr>
            <a:lvl7pPr lvl="6"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7pPr>
            <a:lvl8pPr lvl="7"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8pPr>
            <a:lvl9pPr lvl="8"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9pPr>
          </a:lstStyle>
          <a:p/>
        </p:txBody>
      </p:sp>
      <p:sp>
        <p:nvSpPr>
          <p:cNvPr id="62" name="Google Shape;62;p14"/>
          <p:cNvSpPr txBox="1"/>
          <p:nvPr>
            <p:ph idx="1" type="body"/>
          </p:nvPr>
        </p:nvSpPr>
        <p:spPr>
          <a:xfrm>
            <a:off x="693421" y="5638800"/>
            <a:ext cx="9974580" cy="26563320"/>
          </a:xfrm>
          <a:prstGeom prst="rect">
            <a:avLst/>
          </a:prstGeom>
          <a:noFill/>
          <a:ln>
            <a:noFill/>
          </a:ln>
        </p:spPr>
        <p:txBody>
          <a:bodyPr anchorCtr="0" anchor="t" bIns="380325" lIns="380325" spcFirstLastPara="1" rIns="380325" wrap="square" tIns="380325">
            <a:noAutofit/>
          </a:bodyPr>
          <a:lstStyle>
            <a:lvl1pPr indent="-391160" lvl="0" marL="4572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1pPr>
            <a:lvl2pPr indent="-391160" lvl="1" marL="9144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2pPr>
            <a:lvl3pPr indent="-364046" lvl="2" marL="1371600" marR="0" rtl="0" algn="l">
              <a:spcBef>
                <a:spcPts val="427"/>
              </a:spcBef>
              <a:spcAft>
                <a:spcPts val="0"/>
              </a:spcAft>
              <a:buClr>
                <a:schemeClr val="dk1"/>
              </a:buClr>
              <a:buSzPts val="2133"/>
              <a:buFont typeface="Arial"/>
              <a:buChar char="•"/>
              <a:defRPr b="0" i="0" sz="2133" u="none" cap="none" strike="noStrike">
                <a:solidFill>
                  <a:schemeClr val="dk1"/>
                </a:solidFill>
                <a:latin typeface="Arial"/>
                <a:ea typeface="Arial"/>
                <a:cs typeface="Arial"/>
                <a:sym typeface="Arial"/>
              </a:defRPr>
            </a:lvl3pPr>
            <a:lvl4pPr indent="-336995" lvl="3" marL="1828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4pPr>
            <a:lvl5pPr indent="-336995" lvl="4" marL="22860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5pPr>
            <a:lvl6pPr indent="-336995" lvl="5" marL="27432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6pPr>
            <a:lvl7pPr indent="-336995" lvl="6" marL="32004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7pPr>
            <a:lvl8pPr indent="-336995" lvl="7" marL="36576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8pPr>
            <a:lvl9pPr indent="-336995" lvl="8" marL="4114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9pPr>
          </a:lstStyle>
          <a:p/>
        </p:txBody>
      </p:sp>
      <p:sp>
        <p:nvSpPr>
          <p:cNvPr id="63" name="Google Shape;63;p14"/>
          <p:cNvSpPr/>
          <p:nvPr/>
        </p:nvSpPr>
        <p:spPr>
          <a:xfrm>
            <a:off x="0" y="0"/>
            <a:ext cx="43891200" cy="32918400"/>
          </a:xfrm>
          <a:prstGeom prst="rect">
            <a:avLst/>
          </a:prstGeom>
          <a:noFill/>
          <a:ln cap="flat" cmpd="sng" w="9525">
            <a:solidFill>
              <a:schemeClr val="dk2"/>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64" name="Google Shape;64;p14"/>
          <p:cNvSpPr/>
          <p:nvPr/>
        </p:nvSpPr>
        <p:spPr>
          <a:xfrm>
            <a:off x="11490961" y="5638800"/>
            <a:ext cx="20764500" cy="265633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65" name="Google Shape;65;p14"/>
          <p:cNvSpPr/>
          <p:nvPr/>
        </p:nvSpPr>
        <p:spPr>
          <a:xfrm>
            <a:off x="33078420" y="5638800"/>
            <a:ext cx="9982200" cy="265633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 name="Shape 102"/>
        <p:cNvGrpSpPr/>
        <p:nvPr/>
      </p:nvGrpSpPr>
      <p:grpSpPr>
        <a:xfrm>
          <a:off x="0" y="0"/>
          <a:ext cx="0" cy="0"/>
          <a:chOff x="0" y="0"/>
          <a:chExt cx="0" cy="0"/>
        </a:xfrm>
      </p:grpSpPr>
      <p:sp>
        <p:nvSpPr>
          <p:cNvPr id="103" name="Google Shape;103;p26"/>
          <p:cNvSpPr/>
          <p:nvPr/>
        </p:nvSpPr>
        <p:spPr>
          <a:xfrm>
            <a:off x="0" y="0"/>
            <a:ext cx="43891200" cy="480060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104" name="Google Shape;104;p26"/>
          <p:cNvSpPr/>
          <p:nvPr/>
        </p:nvSpPr>
        <p:spPr>
          <a:xfrm>
            <a:off x="693420" y="5638800"/>
            <a:ext cx="42367200" cy="26563320"/>
          </a:xfrm>
          <a:prstGeom prst="rect">
            <a:avLst/>
          </a:prstGeom>
          <a:solidFill>
            <a:schemeClr val="accent1"/>
          </a:solidFill>
          <a:ln cap="flat" cmpd="sng" w="9525">
            <a:solidFill>
              <a:schemeClr val="dk1"/>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105" name="Google Shape;105;p26"/>
          <p:cNvSpPr/>
          <p:nvPr/>
        </p:nvSpPr>
        <p:spPr>
          <a:xfrm>
            <a:off x="0" y="4800600"/>
            <a:ext cx="43891200" cy="129540"/>
          </a:xfrm>
          <a:prstGeom prst="rect">
            <a:avLst/>
          </a:prstGeom>
          <a:solidFill>
            <a:srgbClr val="660000"/>
          </a:solidFill>
          <a:ln>
            <a:noFill/>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
        <p:nvSpPr>
          <p:cNvPr id="106" name="Google Shape;106;p26"/>
          <p:cNvSpPr txBox="1"/>
          <p:nvPr/>
        </p:nvSpPr>
        <p:spPr>
          <a:xfrm>
            <a:off x="609600" y="32445961"/>
            <a:ext cx="2514600" cy="275603"/>
          </a:xfrm>
          <a:prstGeom prst="rect">
            <a:avLst/>
          </a:prstGeom>
          <a:noFill/>
          <a:ln>
            <a:noFill/>
          </a:ln>
        </p:spPr>
        <p:txBody>
          <a:bodyPr anchorCtr="0" anchor="t" bIns="40550" lIns="81100" spcFirstLastPara="1" rIns="81100" wrap="square" tIns="40550">
            <a:spAutoFit/>
          </a:bodyPr>
          <a:lstStyle/>
          <a:p>
            <a:pPr indent="0" lvl="0" marL="0" marR="0" rtl="0" algn="l">
              <a:lnSpc>
                <a:spcPct val="65000"/>
              </a:lnSpc>
              <a:spcBef>
                <a:spcPts val="0"/>
              </a:spcBef>
              <a:spcAft>
                <a:spcPts val="0"/>
              </a:spcAft>
              <a:buNone/>
            </a:pPr>
            <a:r>
              <a:rPr b="1" lang="en-US" sz="427">
                <a:solidFill>
                  <a:schemeClr val="lt2"/>
                </a:solidFill>
                <a:latin typeface="Arial"/>
                <a:ea typeface="Arial"/>
                <a:cs typeface="Arial"/>
                <a:sym typeface="Arial"/>
              </a:rPr>
              <a:t>POSTER TEMPLATE BY:</a:t>
            </a:r>
            <a:endParaRPr/>
          </a:p>
          <a:p>
            <a:pPr indent="0" lvl="0" marL="0" marR="0" rtl="0" algn="l">
              <a:lnSpc>
                <a:spcPct val="65000"/>
              </a:lnSpc>
              <a:spcBef>
                <a:spcPts val="427"/>
              </a:spcBef>
              <a:spcAft>
                <a:spcPts val="0"/>
              </a:spcAft>
              <a:buNone/>
            </a:pPr>
            <a:r>
              <a:rPr b="1" lang="en-US" sz="853">
                <a:solidFill>
                  <a:schemeClr val="lt2"/>
                </a:solidFill>
                <a:latin typeface="Arial"/>
                <a:ea typeface="Arial"/>
                <a:cs typeface="Arial"/>
                <a:sym typeface="Arial"/>
              </a:rPr>
              <a:t>www.PosterPresentations.com</a:t>
            </a:r>
            <a:endParaRPr/>
          </a:p>
        </p:txBody>
      </p:sp>
      <p:sp>
        <p:nvSpPr>
          <p:cNvPr id="107" name="Google Shape;107;p26"/>
          <p:cNvSpPr txBox="1"/>
          <p:nvPr>
            <p:ph type="title"/>
          </p:nvPr>
        </p:nvSpPr>
        <p:spPr>
          <a:xfrm>
            <a:off x="960120" y="1272540"/>
            <a:ext cx="41925240" cy="2202180"/>
          </a:xfrm>
          <a:prstGeom prst="rect">
            <a:avLst/>
          </a:prstGeom>
          <a:noFill/>
          <a:ln>
            <a:noFill/>
          </a:ln>
        </p:spPr>
        <p:txBody>
          <a:bodyPr anchorCtr="0" anchor="ctr" bIns="38000" lIns="76050" spcFirstLastPara="1" rIns="76050" wrap="square" tIns="38000">
            <a:noAutofit/>
          </a:bodyPr>
          <a:lstStyle>
            <a:lvl1pPr lvl="0"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1pPr>
            <a:lvl2pPr lvl="1"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2pPr>
            <a:lvl3pPr lvl="2"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3pPr>
            <a:lvl4pPr lvl="3"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4pPr>
            <a:lvl5pPr lvl="4"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5pPr>
            <a:lvl6pPr lvl="5"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6pPr>
            <a:lvl7pPr lvl="6"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7pPr>
            <a:lvl8pPr lvl="7"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8pPr>
            <a:lvl9pPr lvl="8" marR="0" rtl="0" algn="ctr">
              <a:spcBef>
                <a:spcPts val="0"/>
              </a:spcBef>
              <a:spcAft>
                <a:spcPts val="0"/>
              </a:spcAft>
              <a:buSzPts val="1400"/>
              <a:buNone/>
              <a:defRPr b="0" i="0" sz="7680" u="none" cap="none" strike="noStrike">
                <a:solidFill>
                  <a:schemeClr val="dk2"/>
                </a:solidFill>
                <a:latin typeface="Arial Black"/>
                <a:ea typeface="Arial Black"/>
                <a:cs typeface="Arial Black"/>
                <a:sym typeface="Arial Black"/>
              </a:defRPr>
            </a:lvl9pPr>
          </a:lstStyle>
          <a:p/>
        </p:txBody>
      </p:sp>
      <p:sp>
        <p:nvSpPr>
          <p:cNvPr id="108" name="Google Shape;108;p26"/>
          <p:cNvSpPr txBox="1"/>
          <p:nvPr>
            <p:ph idx="1" type="body"/>
          </p:nvPr>
        </p:nvSpPr>
        <p:spPr>
          <a:xfrm>
            <a:off x="693421" y="5638800"/>
            <a:ext cx="42191940" cy="26563320"/>
          </a:xfrm>
          <a:prstGeom prst="rect">
            <a:avLst/>
          </a:prstGeom>
          <a:noFill/>
          <a:ln>
            <a:noFill/>
          </a:ln>
        </p:spPr>
        <p:txBody>
          <a:bodyPr anchorCtr="0" anchor="t" bIns="380325" lIns="380325" spcFirstLastPara="1" rIns="380325" wrap="square" tIns="380325">
            <a:noAutofit/>
          </a:bodyPr>
          <a:lstStyle>
            <a:lvl1pPr indent="-391160" lvl="0" marL="4572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1pPr>
            <a:lvl2pPr indent="-391160" lvl="1" marL="914400" marR="0" rtl="0" algn="l">
              <a:spcBef>
                <a:spcPts val="512"/>
              </a:spcBef>
              <a:spcAft>
                <a:spcPts val="0"/>
              </a:spcAft>
              <a:buClr>
                <a:schemeClr val="dk1"/>
              </a:buClr>
              <a:buSzPts val="2560"/>
              <a:buFont typeface="Arial"/>
              <a:buChar char="–"/>
              <a:defRPr b="0" i="0" sz="2560" u="none" cap="none" strike="noStrike">
                <a:solidFill>
                  <a:schemeClr val="dk1"/>
                </a:solidFill>
                <a:latin typeface="Arial"/>
                <a:ea typeface="Arial"/>
                <a:cs typeface="Arial"/>
                <a:sym typeface="Arial"/>
              </a:defRPr>
            </a:lvl2pPr>
            <a:lvl3pPr indent="-364046" lvl="2" marL="1371600" marR="0" rtl="0" algn="l">
              <a:spcBef>
                <a:spcPts val="427"/>
              </a:spcBef>
              <a:spcAft>
                <a:spcPts val="0"/>
              </a:spcAft>
              <a:buClr>
                <a:schemeClr val="dk1"/>
              </a:buClr>
              <a:buSzPts val="2133"/>
              <a:buFont typeface="Arial"/>
              <a:buChar char="•"/>
              <a:defRPr b="0" i="0" sz="2133" u="none" cap="none" strike="noStrike">
                <a:solidFill>
                  <a:schemeClr val="dk1"/>
                </a:solidFill>
                <a:latin typeface="Arial"/>
                <a:ea typeface="Arial"/>
                <a:cs typeface="Arial"/>
                <a:sym typeface="Arial"/>
              </a:defRPr>
            </a:lvl3pPr>
            <a:lvl4pPr indent="-336995" lvl="3" marL="1828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4pPr>
            <a:lvl5pPr indent="-336995" lvl="4" marL="22860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5pPr>
            <a:lvl6pPr indent="-336995" lvl="5" marL="27432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6pPr>
            <a:lvl7pPr indent="-336995" lvl="6" marL="32004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7pPr>
            <a:lvl8pPr indent="-336995" lvl="7" marL="36576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8pPr>
            <a:lvl9pPr indent="-336995" lvl="8" marL="4114800" marR="0" rtl="0" algn="l">
              <a:spcBef>
                <a:spcPts val="341"/>
              </a:spcBef>
              <a:spcAft>
                <a:spcPts val="0"/>
              </a:spcAft>
              <a:buClr>
                <a:schemeClr val="dk1"/>
              </a:buClr>
              <a:buSzPts val="1707"/>
              <a:buFont typeface="Arial"/>
              <a:buChar char="»"/>
              <a:defRPr b="0" i="0" sz="1707" u="none" cap="none" strike="noStrike">
                <a:solidFill>
                  <a:schemeClr val="dk1"/>
                </a:solidFill>
                <a:latin typeface="Arial"/>
                <a:ea typeface="Arial"/>
                <a:cs typeface="Arial"/>
                <a:sym typeface="Arial"/>
              </a:defRPr>
            </a:lvl9pPr>
          </a:lstStyle>
          <a:p/>
        </p:txBody>
      </p:sp>
      <p:sp>
        <p:nvSpPr>
          <p:cNvPr id="109" name="Google Shape;109;p26"/>
          <p:cNvSpPr/>
          <p:nvPr/>
        </p:nvSpPr>
        <p:spPr>
          <a:xfrm>
            <a:off x="0" y="0"/>
            <a:ext cx="43891200" cy="32918400"/>
          </a:xfrm>
          <a:prstGeom prst="rect">
            <a:avLst/>
          </a:prstGeom>
          <a:noFill/>
          <a:ln cap="flat" cmpd="sng" w="9525">
            <a:solidFill>
              <a:schemeClr val="dk2"/>
            </a:solidFill>
            <a:prstDash val="solid"/>
            <a:miter lim="800000"/>
            <a:headEnd len="sm" w="sm" type="none"/>
            <a:tailEnd len="sm" w="sm" type="none"/>
          </a:ln>
        </p:spPr>
        <p:txBody>
          <a:bodyPr anchorCtr="0" anchor="ctr" bIns="40625" lIns="81275" spcFirstLastPara="1" rIns="81275" wrap="square" tIns="40625">
            <a:noAutofit/>
          </a:bodyPr>
          <a:lstStyle/>
          <a:p>
            <a:pPr indent="0" lvl="0" marL="0" marR="0" rtl="0" algn="l">
              <a:spcBef>
                <a:spcPts val="0"/>
              </a:spcBef>
              <a:spcAft>
                <a:spcPts val="0"/>
              </a:spcAft>
              <a:buNone/>
            </a:pPr>
            <a:r>
              <a:t/>
            </a:r>
            <a:endParaRPr sz="2195">
              <a:solidFill>
                <a:schemeClr val="dk1"/>
              </a:solidFill>
              <a:latin typeface="Arial Narrow"/>
              <a:ea typeface="Arial Narrow"/>
              <a:cs typeface="Arial Narrow"/>
              <a:sym typeface="Arial Narrow"/>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5.png"/><Relationship Id="rId6" Type="http://schemas.openxmlformats.org/officeDocument/2006/relationships/image" Target="../media/image2.jpg"/><Relationship Id="rId7"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
          <p:cNvSpPr txBox="1"/>
          <p:nvPr/>
        </p:nvSpPr>
        <p:spPr>
          <a:xfrm>
            <a:off x="33568675" y="15038350"/>
            <a:ext cx="8873100" cy="11547300"/>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rPr i="0" lang="en-US" sz="2987" u="none" cap="none" strike="noStrike">
                <a:solidFill>
                  <a:schemeClr val="dk1"/>
                </a:solidFill>
                <a:latin typeface="Arial Narrow"/>
                <a:ea typeface="Arial Narrow"/>
                <a:cs typeface="Arial Narrow"/>
                <a:sym typeface="Arial Narrow"/>
              </a:rPr>
              <a:t>[</a:t>
            </a:r>
            <a:r>
              <a:rPr i="0" lang="en-US" sz="2900" u="none" cap="none" strike="noStrike">
                <a:solidFill>
                  <a:schemeClr val="dk1"/>
                </a:solidFill>
                <a:latin typeface="Arial Narrow"/>
                <a:ea typeface="Arial Narrow"/>
                <a:cs typeface="Arial Narrow"/>
                <a:sym typeface="Arial Narrow"/>
              </a:rPr>
              <a:t>1] </a:t>
            </a:r>
            <a:r>
              <a:rPr lang="en-US" sz="2900">
                <a:solidFill>
                  <a:schemeClr val="dk1"/>
                </a:solidFill>
                <a:latin typeface="Arial Narrow"/>
                <a:ea typeface="Arial Narrow"/>
                <a:cs typeface="Arial Narrow"/>
                <a:sym typeface="Arial Narrow"/>
              </a:rPr>
              <a:t>P. Dabove, V. Di Pietra, M. Piras, A. A. Jabbar, and S. A. Kazim, “Indoor positioning using Ultra-wide band (UWB) technologies: Positioning accuracies and sensors’ performances,” in 2018 IEEE/ION Position, Location and Navigation Symposium (PLANS), IEEE, Apr. 2018, pp. 175–184. doi: 10.1109/plans.2018.8373379.</a:t>
            </a:r>
            <a:endParaRPr sz="2900">
              <a:latin typeface="Arial Narrow"/>
              <a:ea typeface="Arial Narrow"/>
              <a:cs typeface="Arial Narrow"/>
              <a:sym typeface="Arial Narrow"/>
            </a:endParaRPr>
          </a:p>
          <a:p>
            <a:pPr indent="0" lvl="0" marL="0" marR="0" rtl="0" algn="l">
              <a:spcBef>
                <a:spcPts val="0"/>
              </a:spcBef>
              <a:spcAft>
                <a:spcPts val="0"/>
              </a:spcAft>
              <a:buNone/>
            </a:pPr>
            <a:r>
              <a:t/>
            </a:r>
            <a:endParaRPr i="0" sz="2900" u="none" cap="none" strike="noStrike">
              <a:solidFill>
                <a:schemeClr val="dk1"/>
              </a:solidFill>
              <a:latin typeface="Arial Narrow"/>
              <a:ea typeface="Arial Narrow"/>
              <a:cs typeface="Arial Narrow"/>
              <a:sym typeface="Arial Narrow"/>
            </a:endParaRPr>
          </a:p>
          <a:p>
            <a:pPr indent="0" lvl="0" marL="0" marR="0" rtl="0" algn="l">
              <a:spcBef>
                <a:spcPts val="0"/>
              </a:spcBef>
              <a:spcAft>
                <a:spcPts val="0"/>
              </a:spcAft>
              <a:buNone/>
            </a:pPr>
            <a:r>
              <a:rPr i="0" lang="en-US" sz="2900" u="none" cap="none" strike="noStrike">
                <a:solidFill>
                  <a:schemeClr val="dk1"/>
                </a:solidFill>
                <a:latin typeface="Arial Narrow"/>
                <a:ea typeface="Arial Narrow"/>
                <a:cs typeface="Arial Narrow"/>
                <a:sym typeface="Arial Narrow"/>
              </a:rPr>
              <a:t>[2] </a:t>
            </a:r>
            <a:r>
              <a:rPr lang="en-US" sz="2900">
                <a:solidFill>
                  <a:schemeClr val="dk1"/>
                </a:solidFill>
                <a:latin typeface="Arial Narrow"/>
                <a:ea typeface="Arial Narrow"/>
                <a:cs typeface="Arial Narrow"/>
                <a:sym typeface="Arial Narrow"/>
              </a:rPr>
              <a:t>everythingRF, “What is Ultra-Wide Band (UWB) Technology?” Accessed: Nov. 29, 2025. [Online]. Available:https://www.everythingrf.com/community/what-is-ultra-wide-band-uwb-technology  </a:t>
            </a:r>
            <a:endParaRPr sz="2900">
              <a:solidFill>
                <a:schemeClr val="dk1"/>
              </a:solidFill>
              <a:latin typeface="Arial Narrow"/>
              <a:ea typeface="Arial Narrow"/>
              <a:cs typeface="Arial Narrow"/>
              <a:sym typeface="Arial Narrow"/>
            </a:endParaRPr>
          </a:p>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a:p>
            <a:pPr indent="0" lvl="0" marL="0" marR="0" rtl="0" algn="l">
              <a:spcBef>
                <a:spcPts val="0"/>
              </a:spcBef>
              <a:spcAft>
                <a:spcPts val="0"/>
              </a:spcAft>
              <a:buNone/>
            </a:pPr>
            <a:r>
              <a:rPr lang="en-US" sz="2900">
                <a:solidFill>
                  <a:schemeClr val="dk1"/>
                </a:solidFill>
                <a:latin typeface="Arial Narrow"/>
                <a:ea typeface="Arial Narrow"/>
                <a:cs typeface="Arial Narrow"/>
                <a:sym typeface="Arial Narrow"/>
              </a:rPr>
              <a:t>[3] Playful Technology, “Ultra Wideband Realtime Location System using ESP32 and Unity,” YouTube, https://www.youtube.com/watch?v=-GNkobAxao0 (accessed Dec. 1, 2025).</a:t>
            </a:r>
            <a:endParaRPr sz="2900">
              <a:solidFill>
                <a:schemeClr val="dk1"/>
              </a:solidFill>
              <a:latin typeface="Arial Narrow"/>
              <a:ea typeface="Arial Narrow"/>
              <a:cs typeface="Arial Narrow"/>
              <a:sym typeface="Arial Narrow"/>
            </a:endParaRPr>
          </a:p>
          <a:p>
            <a:pPr indent="0" lvl="0" marL="0" marR="0" rtl="0" algn="l">
              <a:spcBef>
                <a:spcPts val="0"/>
              </a:spcBef>
              <a:spcAft>
                <a:spcPts val="0"/>
              </a:spcAft>
              <a:buNone/>
            </a:pPr>
            <a:r>
              <a:t/>
            </a:r>
            <a:endParaRPr i="0" sz="2900" u="none" cap="none" strike="noStrike">
              <a:solidFill>
                <a:schemeClr val="dk1"/>
              </a:solidFill>
              <a:latin typeface="Arial Narrow"/>
              <a:ea typeface="Arial Narrow"/>
              <a:cs typeface="Arial Narrow"/>
              <a:sym typeface="Arial Narrow"/>
            </a:endParaRPr>
          </a:p>
          <a:p>
            <a:pPr indent="0" lvl="0" marL="0" marR="0" rtl="0" algn="l">
              <a:spcBef>
                <a:spcPts val="0"/>
              </a:spcBef>
              <a:spcAft>
                <a:spcPts val="0"/>
              </a:spcAft>
              <a:buNone/>
            </a:pPr>
            <a:r>
              <a:rPr lang="en-US" sz="2900">
                <a:solidFill>
                  <a:schemeClr val="dk1"/>
                </a:solidFill>
                <a:latin typeface="Arial Narrow"/>
                <a:ea typeface="Arial Narrow"/>
                <a:cs typeface="Arial Narrow"/>
                <a:sym typeface="Arial Narrow"/>
              </a:rPr>
              <a:t>[4]</a:t>
            </a:r>
            <a:r>
              <a:rPr lang="en-US" sz="2900">
                <a:solidFill>
                  <a:schemeClr val="dk1"/>
                </a:solidFill>
                <a:latin typeface="Arial Narrow"/>
                <a:ea typeface="Arial Narrow"/>
                <a:cs typeface="Arial Narrow"/>
                <a:sym typeface="Arial Narrow"/>
              </a:rPr>
              <a:t>ht</a:t>
            </a:r>
            <a:r>
              <a:rPr lang="en-US" sz="2900">
                <a:solidFill>
                  <a:schemeClr val="dk1"/>
                </a:solidFill>
                <a:latin typeface="Arial Narrow"/>
                <a:ea typeface="Arial Narrow"/>
                <a:cs typeface="Arial Narrow"/>
                <a:sym typeface="Arial Narrow"/>
              </a:rPr>
              <a:t>tps://wiki.makerfabs.com/MaUWB_ESP32S3%20UWB%20module.html</a:t>
            </a:r>
            <a:endParaRPr sz="2900">
              <a:solidFill>
                <a:schemeClr val="dk1"/>
              </a:solidFill>
              <a:latin typeface="Arial Narrow"/>
              <a:ea typeface="Arial Narrow"/>
              <a:cs typeface="Arial Narrow"/>
              <a:sym typeface="Arial Narrow"/>
            </a:endParaRPr>
          </a:p>
          <a:p>
            <a:pPr indent="0" lvl="0" marL="0" marR="0" rtl="0" algn="l">
              <a:spcBef>
                <a:spcPts val="0"/>
              </a:spcBef>
              <a:spcAft>
                <a:spcPts val="0"/>
              </a:spcAft>
              <a:buNone/>
            </a:pPr>
            <a:r>
              <a:t/>
            </a:r>
            <a:endParaRPr sz="2900">
              <a:solidFill>
                <a:schemeClr val="dk1"/>
              </a:solidFill>
              <a:latin typeface="Arial Narrow"/>
              <a:ea typeface="Arial Narrow"/>
              <a:cs typeface="Arial Narrow"/>
              <a:sym typeface="Arial Narrow"/>
            </a:endParaRPr>
          </a:p>
          <a:p>
            <a:pPr indent="0" lvl="0" marL="0" marR="0" rtl="0" algn="l">
              <a:spcBef>
                <a:spcPts val="0"/>
              </a:spcBef>
              <a:spcAft>
                <a:spcPts val="0"/>
              </a:spcAft>
              <a:buNone/>
            </a:pPr>
            <a:r>
              <a:rPr lang="en-US" sz="2900">
                <a:solidFill>
                  <a:schemeClr val="dk1"/>
                </a:solidFill>
                <a:latin typeface="Arial Narrow"/>
                <a:ea typeface="Arial Narrow"/>
                <a:cs typeface="Arial Narrow"/>
                <a:sym typeface="Arial Narrow"/>
              </a:rPr>
              <a:t>[5] Qorvo, “Getting Back to Basics with Ultra-Wideband (UWB),” May 2021. [Online]. Available: https://www.qorvo.com/resources/d/qorvo-getting-back-to-basics-with-ultra-wideband-uwb-white-paper  </a:t>
            </a:r>
            <a:endParaRPr sz="2900">
              <a:solidFill>
                <a:schemeClr val="dk1"/>
              </a:solidFill>
              <a:latin typeface="Arial Narrow"/>
              <a:ea typeface="Arial Narrow"/>
              <a:cs typeface="Arial Narrow"/>
              <a:sym typeface="Arial Narrow"/>
            </a:endParaRPr>
          </a:p>
        </p:txBody>
      </p:sp>
      <p:sp>
        <p:nvSpPr>
          <p:cNvPr id="152" name="Google Shape;152;p1"/>
          <p:cNvSpPr txBox="1"/>
          <p:nvPr/>
        </p:nvSpPr>
        <p:spPr>
          <a:xfrm>
            <a:off x="33458655" y="5725399"/>
            <a:ext cx="8839200" cy="1280700"/>
          </a:xfrm>
          <a:prstGeom prst="rect">
            <a:avLst/>
          </a:prstGeom>
          <a:noFill/>
          <a:ln>
            <a:noFill/>
          </a:ln>
        </p:spPr>
        <p:txBody>
          <a:bodyPr anchorCtr="0" anchor="t" bIns="406375" lIns="406375" spcFirstLastPara="1" rIns="406375" wrap="square" tIns="406375">
            <a:spAutoFit/>
          </a:bodyPr>
          <a:lstStyle/>
          <a:p>
            <a:pPr indent="0" lvl="0" marL="0" marR="0" rtl="0" algn="l">
              <a:spcBef>
                <a:spcPts val="0"/>
              </a:spcBef>
              <a:spcAft>
                <a:spcPts val="0"/>
              </a:spcAft>
              <a:buNone/>
            </a:pPr>
            <a:r>
              <a:t/>
            </a:r>
            <a:endParaRPr b="0" i="0" sz="2987" u="none" cap="none" strike="noStrike">
              <a:solidFill>
                <a:schemeClr val="dk1"/>
              </a:solidFill>
              <a:latin typeface="Arial Narrow"/>
              <a:ea typeface="Arial Narrow"/>
              <a:cs typeface="Arial Narrow"/>
              <a:sym typeface="Arial Narrow"/>
            </a:endParaRPr>
          </a:p>
        </p:txBody>
      </p:sp>
      <p:sp>
        <p:nvSpPr>
          <p:cNvPr id="153" name="Google Shape;153;p1"/>
          <p:cNvSpPr/>
          <p:nvPr/>
        </p:nvSpPr>
        <p:spPr>
          <a:xfrm>
            <a:off x="11510433" y="674666"/>
            <a:ext cx="20747567" cy="1263742"/>
          </a:xfrm>
          <a:prstGeom prst="rect">
            <a:avLst/>
          </a:prstGeom>
          <a:noFill/>
          <a:ln>
            <a:noFill/>
          </a:ln>
        </p:spPr>
        <p:txBody>
          <a:bodyPr anchorCtr="0" anchor="t" bIns="40525" lIns="81100" spcFirstLastPara="1" rIns="81100" wrap="square" tIns="40525">
            <a:spAutoFit/>
          </a:bodyPr>
          <a:lstStyle/>
          <a:p>
            <a:pPr indent="0" lvl="0" marL="0" marR="0" rtl="0" algn="ctr">
              <a:spcBef>
                <a:spcPts val="0"/>
              </a:spcBef>
              <a:spcAft>
                <a:spcPts val="0"/>
              </a:spcAft>
              <a:buNone/>
            </a:pPr>
            <a:r>
              <a:rPr b="1" lang="en-US" sz="7680">
                <a:solidFill>
                  <a:srgbClr val="FFFFFF"/>
                </a:solidFill>
              </a:rPr>
              <a:t>Indoor Location Tracker</a:t>
            </a:r>
            <a:endParaRPr/>
          </a:p>
        </p:txBody>
      </p:sp>
      <p:sp>
        <p:nvSpPr>
          <p:cNvPr id="154" name="Google Shape;154;p1"/>
          <p:cNvSpPr txBox="1"/>
          <p:nvPr/>
        </p:nvSpPr>
        <p:spPr>
          <a:xfrm>
            <a:off x="698501" y="5656121"/>
            <a:ext cx="9969500" cy="525094"/>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80" u="none" cap="none" strike="noStrike">
                <a:solidFill>
                  <a:srgbClr val="F8F8F8"/>
                </a:solidFill>
                <a:latin typeface="Arial Narrow"/>
                <a:ea typeface="Arial Narrow"/>
                <a:cs typeface="Arial Narrow"/>
                <a:sym typeface="Arial Narrow"/>
              </a:rPr>
              <a:t>Introduction</a:t>
            </a:r>
            <a:endParaRPr/>
          </a:p>
        </p:txBody>
      </p:sp>
      <p:sp>
        <p:nvSpPr>
          <p:cNvPr id="155" name="Google Shape;155;p1"/>
          <p:cNvSpPr txBox="1"/>
          <p:nvPr/>
        </p:nvSpPr>
        <p:spPr>
          <a:xfrm>
            <a:off x="1131150" y="6485925"/>
            <a:ext cx="9120300" cy="14100600"/>
          </a:xfrm>
          <a:prstGeom prst="rect">
            <a:avLst/>
          </a:prstGeom>
          <a:noFill/>
          <a:ln>
            <a:noFill/>
          </a:ln>
        </p:spPr>
        <p:txBody>
          <a:bodyPr anchorCtr="0" anchor="t" bIns="406375" lIns="406375" spcFirstLastPara="1" rIns="406375" wrap="square" tIns="406375">
            <a:spAutoFit/>
          </a:bodyPr>
          <a:lstStyle/>
          <a:p>
            <a:pPr indent="0" lvl="0" marL="0" marR="0" rtl="0" algn="l">
              <a:lnSpc>
                <a:spcPct val="115000"/>
              </a:lnSpc>
              <a:spcBef>
                <a:spcPts val="0"/>
              </a:spcBef>
              <a:spcAft>
                <a:spcPts val="0"/>
              </a:spcAft>
              <a:buNone/>
            </a:pPr>
            <a:r>
              <a:rPr lang="en-US" sz="2900">
                <a:solidFill>
                  <a:schemeClr val="dk1"/>
                </a:solidFill>
                <a:latin typeface="Arial Narrow"/>
                <a:ea typeface="Arial Narrow"/>
                <a:cs typeface="Arial Narrow"/>
                <a:sym typeface="Arial Narrow"/>
              </a:rPr>
              <a:t>This project’s objective is to create a wireless location tracker to monitor people or objects indoors. The motivation behind this project is that other location systems, such as GPS, have poor accuracy indoors due to signal being blocked or </a:t>
            </a:r>
            <a:r>
              <a:rPr lang="en-US" sz="2900">
                <a:solidFill>
                  <a:schemeClr val="dk1"/>
                </a:solidFill>
                <a:latin typeface="Arial Narrow"/>
                <a:ea typeface="Arial Narrow"/>
                <a:cs typeface="Arial Narrow"/>
                <a:sym typeface="Arial Narrow"/>
              </a:rPr>
              <a:t>attenuated</a:t>
            </a:r>
            <a:r>
              <a:rPr lang="en-US" sz="2900">
                <a:solidFill>
                  <a:schemeClr val="dk1"/>
                </a:solidFill>
                <a:latin typeface="Arial Narrow"/>
                <a:ea typeface="Arial Narrow"/>
                <a:cs typeface="Arial Narrow"/>
                <a:sym typeface="Arial Narrow"/>
              </a:rPr>
              <a:t> by the building’s roof and walls. </a:t>
            </a:r>
            <a:endParaRPr sz="2900">
              <a:solidFill>
                <a:schemeClr val="dk1"/>
              </a:solidFill>
              <a:latin typeface="Arial Narrow"/>
              <a:ea typeface="Arial Narrow"/>
              <a:cs typeface="Arial Narrow"/>
              <a:sym typeface="Arial Narrow"/>
            </a:endParaRPr>
          </a:p>
          <a:p>
            <a:pPr indent="0" lvl="0" marL="0" marR="0" rtl="0" algn="l">
              <a:lnSpc>
                <a:spcPct val="115000"/>
              </a:lnSpc>
              <a:spcBef>
                <a:spcPts val="0"/>
              </a:spcBef>
              <a:spcAft>
                <a:spcPts val="0"/>
              </a:spcAft>
              <a:buNone/>
            </a:pPr>
            <a:r>
              <a:t/>
            </a:r>
            <a:endParaRPr sz="2900">
              <a:solidFill>
                <a:schemeClr val="dk1"/>
              </a:solidFill>
              <a:latin typeface="Arial Narrow"/>
              <a:ea typeface="Arial Narrow"/>
              <a:cs typeface="Arial Narrow"/>
              <a:sym typeface="Arial Narrow"/>
            </a:endParaRPr>
          </a:p>
          <a:p>
            <a:pPr indent="0" lvl="0" marL="0" marR="0" rtl="0" algn="l">
              <a:lnSpc>
                <a:spcPct val="115000"/>
              </a:lnSpc>
              <a:spcBef>
                <a:spcPts val="0"/>
              </a:spcBef>
              <a:spcAft>
                <a:spcPts val="0"/>
              </a:spcAft>
              <a:buNone/>
            </a:pPr>
            <a:r>
              <a:rPr lang="en-US" sz="2900">
                <a:solidFill>
                  <a:schemeClr val="dk1"/>
                </a:solidFill>
                <a:latin typeface="Arial Narrow"/>
                <a:ea typeface="Arial Narrow"/>
                <a:cs typeface="Arial Narrow"/>
                <a:sym typeface="Arial Narrow"/>
              </a:rPr>
              <a:t>Our design consists of an off-the-shelf wireless board that utilizes the ultra wideband (UWB) communication protocol. UWB is well suited for indoor positioning use. A high bandwidth of 500 MHz+ allow for high positional accuracy of up to the order of centimeters [1]. UWB is also resilient to multipath effects, which is when a signal travel along several paths to a receiver due to bouncing off of walls or floors [1]. These multipath conditions can cause interference or data errors. Thanks to its high bandwidth, UWB signals can have a shorter </a:t>
            </a:r>
            <a:r>
              <a:rPr lang="en-US" sz="2900">
                <a:solidFill>
                  <a:schemeClr val="dk1"/>
                </a:solidFill>
                <a:latin typeface="Arial Narrow"/>
                <a:ea typeface="Arial Narrow"/>
                <a:cs typeface="Arial Narrow"/>
                <a:sym typeface="Arial Narrow"/>
              </a:rPr>
              <a:t>pulse</a:t>
            </a:r>
            <a:r>
              <a:rPr lang="en-US" sz="2900">
                <a:solidFill>
                  <a:schemeClr val="dk1"/>
                </a:solidFill>
                <a:latin typeface="Arial Narrow"/>
                <a:ea typeface="Arial Narrow"/>
                <a:cs typeface="Arial Narrow"/>
                <a:sym typeface="Arial Narrow"/>
              </a:rPr>
              <a:t> in time, which provides resistance to multipath effects. </a:t>
            </a:r>
            <a:endParaRPr sz="2900">
              <a:solidFill>
                <a:schemeClr val="dk1"/>
              </a:solidFill>
              <a:latin typeface="Arial Narrow"/>
              <a:ea typeface="Arial Narrow"/>
              <a:cs typeface="Arial Narrow"/>
              <a:sym typeface="Arial Narrow"/>
            </a:endParaRPr>
          </a:p>
          <a:p>
            <a:pPr indent="0" lvl="0" marL="0" marR="0" rtl="0" algn="l">
              <a:lnSpc>
                <a:spcPct val="115000"/>
              </a:lnSpc>
              <a:spcBef>
                <a:spcPts val="0"/>
              </a:spcBef>
              <a:spcAft>
                <a:spcPts val="0"/>
              </a:spcAft>
              <a:buNone/>
            </a:pPr>
            <a:r>
              <a:t/>
            </a:r>
            <a:endParaRPr sz="2900">
              <a:solidFill>
                <a:schemeClr val="dk1"/>
              </a:solidFill>
              <a:latin typeface="Arial Narrow"/>
              <a:ea typeface="Arial Narrow"/>
              <a:cs typeface="Arial Narrow"/>
              <a:sym typeface="Arial Narrow"/>
            </a:endParaRPr>
          </a:p>
          <a:p>
            <a:pPr indent="0" lvl="0" marL="0" marR="0" rtl="0" algn="l">
              <a:lnSpc>
                <a:spcPct val="115000"/>
              </a:lnSpc>
              <a:spcBef>
                <a:spcPts val="0"/>
              </a:spcBef>
              <a:spcAft>
                <a:spcPts val="0"/>
              </a:spcAft>
              <a:buNone/>
            </a:pPr>
            <a:r>
              <a:rPr lang="en-US" sz="2900">
                <a:solidFill>
                  <a:schemeClr val="dk1"/>
                </a:solidFill>
                <a:latin typeface="Arial Narrow"/>
                <a:ea typeface="Arial Narrow"/>
                <a:cs typeface="Arial Narrow"/>
                <a:sym typeface="Arial Narrow"/>
              </a:rPr>
              <a:t>The goal of the system is to be able to observe the location and movement of a tracking beacon in real time and visualize the motion on a plot. The system consists of a tracking tag and three anchors at fixed points in a room. Communication </a:t>
            </a:r>
            <a:r>
              <a:rPr lang="en-US" sz="2900">
                <a:solidFill>
                  <a:schemeClr val="dk1"/>
                </a:solidFill>
                <a:latin typeface="Arial Narrow"/>
                <a:ea typeface="Arial Narrow"/>
                <a:cs typeface="Arial Narrow"/>
                <a:sym typeface="Arial Narrow"/>
              </a:rPr>
              <a:t>between</a:t>
            </a:r>
            <a:r>
              <a:rPr lang="en-US" sz="2900">
                <a:solidFill>
                  <a:schemeClr val="dk1"/>
                </a:solidFill>
                <a:latin typeface="Arial Narrow"/>
                <a:ea typeface="Arial Narrow"/>
                <a:cs typeface="Arial Narrow"/>
                <a:sym typeface="Arial Narrow"/>
              </a:rPr>
              <a:t> the tag and anchors allow for the distance between the tag and each anchor to be computed. These distances are then used to triangulate the tag’s position relative to the anchors.</a:t>
            </a:r>
            <a:endParaRPr sz="2900">
              <a:solidFill>
                <a:schemeClr val="dk1"/>
              </a:solidFill>
              <a:latin typeface="Arial Narrow"/>
              <a:ea typeface="Arial Narrow"/>
              <a:cs typeface="Arial Narrow"/>
              <a:sym typeface="Arial Narrow"/>
            </a:endParaRPr>
          </a:p>
        </p:txBody>
      </p:sp>
      <p:sp>
        <p:nvSpPr>
          <p:cNvPr id="156" name="Google Shape;156;p1"/>
          <p:cNvSpPr txBox="1"/>
          <p:nvPr/>
        </p:nvSpPr>
        <p:spPr>
          <a:xfrm>
            <a:off x="698501" y="20984914"/>
            <a:ext cx="9969600" cy="525300"/>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80" u="none" cap="none" strike="noStrike">
                <a:solidFill>
                  <a:srgbClr val="F8F8F8"/>
                </a:solidFill>
                <a:latin typeface="Arial Narrow"/>
                <a:ea typeface="Arial Narrow"/>
                <a:cs typeface="Arial Narrow"/>
                <a:sym typeface="Arial Narrow"/>
              </a:rPr>
              <a:t>Methodology</a:t>
            </a:r>
            <a:endParaRPr/>
          </a:p>
        </p:txBody>
      </p:sp>
      <p:sp>
        <p:nvSpPr>
          <p:cNvPr id="157" name="Google Shape;157;p1"/>
          <p:cNvSpPr txBox="1"/>
          <p:nvPr/>
        </p:nvSpPr>
        <p:spPr>
          <a:xfrm>
            <a:off x="22260588" y="10083620"/>
            <a:ext cx="9982200" cy="525300"/>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80" u="none" cap="none" strike="noStrike">
                <a:solidFill>
                  <a:srgbClr val="F8F8F8"/>
                </a:solidFill>
                <a:latin typeface="Arial Narrow"/>
                <a:ea typeface="Arial Narrow"/>
                <a:cs typeface="Arial Narrow"/>
                <a:sym typeface="Arial Narrow"/>
              </a:rPr>
              <a:t>Analysis and Results</a:t>
            </a:r>
            <a:endParaRPr/>
          </a:p>
        </p:txBody>
      </p:sp>
      <p:sp>
        <p:nvSpPr>
          <p:cNvPr id="158" name="Google Shape;158;p1"/>
          <p:cNvSpPr txBox="1"/>
          <p:nvPr/>
        </p:nvSpPr>
        <p:spPr>
          <a:xfrm>
            <a:off x="33077140" y="5655983"/>
            <a:ext cx="9975900" cy="525300"/>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80" u="none" cap="none" strike="noStrike">
                <a:solidFill>
                  <a:srgbClr val="F8F8F8"/>
                </a:solidFill>
                <a:latin typeface="Arial Narrow"/>
                <a:ea typeface="Arial Narrow"/>
                <a:cs typeface="Arial Narrow"/>
                <a:sym typeface="Arial Narrow"/>
              </a:rPr>
              <a:t>Summary/Conclusions</a:t>
            </a:r>
            <a:endParaRPr/>
          </a:p>
        </p:txBody>
      </p:sp>
      <p:sp>
        <p:nvSpPr>
          <p:cNvPr id="159" name="Google Shape;159;p1"/>
          <p:cNvSpPr txBox="1"/>
          <p:nvPr/>
        </p:nvSpPr>
        <p:spPr>
          <a:xfrm>
            <a:off x="33017277" y="14310184"/>
            <a:ext cx="9975900" cy="525300"/>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80" u="none" cap="none" strike="noStrike">
                <a:solidFill>
                  <a:srgbClr val="F8F8F8"/>
                </a:solidFill>
                <a:latin typeface="Arial Narrow"/>
                <a:ea typeface="Arial Narrow"/>
                <a:cs typeface="Arial Narrow"/>
                <a:sym typeface="Arial Narrow"/>
              </a:rPr>
              <a:t>Key References</a:t>
            </a:r>
            <a:endParaRPr/>
          </a:p>
        </p:txBody>
      </p:sp>
      <p:sp>
        <p:nvSpPr>
          <p:cNvPr id="160" name="Google Shape;160;p1"/>
          <p:cNvSpPr txBox="1"/>
          <p:nvPr/>
        </p:nvSpPr>
        <p:spPr>
          <a:xfrm>
            <a:off x="33077152" y="26600575"/>
            <a:ext cx="9975849" cy="525094"/>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80" u="none" cap="none" strike="noStrike">
                <a:solidFill>
                  <a:srgbClr val="F8F8F8"/>
                </a:solidFill>
                <a:latin typeface="Arial Narrow"/>
                <a:ea typeface="Arial Narrow"/>
                <a:cs typeface="Arial Narrow"/>
                <a:sym typeface="Arial Narrow"/>
              </a:rPr>
              <a:t>Acknowledgements</a:t>
            </a:r>
            <a:endParaRPr/>
          </a:p>
        </p:txBody>
      </p:sp>
      <p:sp>
        <p:nvSpPr>
          <p:cNvPr id="161" name="Google Shape;161;p1"/>
          <p:cNvSpPr txBox="1"/>
          <p:nvPr/>
        </p:nvSpPr>
        <p:spPr>
          <a:xfrm>
            <a:off x="33773600" y="6119275"/>
            <a:ext cx="8839200" cy="8454000"/>
          </a:xfrm>
          <a:prstGeom prst="rect">
            <a:avLst/>
          </a:prstGeom>
          <a:noFill/>
          <a:ln>
            <a:noFill/>
          </a:ln>
        </p:spPr>
        <p:txBody>
          <a:bodyPr anchorCtr="0" anchor="t" bIns="406375" lIns="406375" spcFirstLastPara="1" rIns="406375" wrap="square" tIns="406375">
            <a:spAutoFit/>
          </a:bodyPr>
          <a:lstStyle/>
          <a:p>
            <a:pPr indent="0" lvl="0" marL="0" marR="0" rtl="0" algn="l">
              <a:lnSpc>
                <a:spcPct val="115000"/>
              </a:lnSpc>
              <a:spcBef>
                <a:spcPts val="0"/>
              </a:spcBef>
              <a:spcAft>
                <a:spcPts val="0"/>
              </a:spcAft>
              <a:buNone/>
            </a:pPr>
            <a:r>
              <a:rPr lang="en-US" sz="2900">
                <a:solidFill>
                  <a:schemeClr val="dk1"/>
                </a:solidFill>
                <a:latin typeface="Arial Narrow"/>
                <a:ea typeface="Arial Narrow"/>
                <a:cs typeface="Arial Narrow"/>
                <a:sym typeface="Arial Narrow"/>
              </a:rPr>
              <a:t>The Indoor Location Tracker successfully achieved the goal of being able to track and plot the location of the tag in real-time. During testing, the tag was moved toward an anchor, and the position plot accurately reflected this motion. Therefore, the system works as intended. There is a </a:t>
            </a:r>
            <a:r>
              <a:rPr lang="en-US" sz="2900">
                <a:solidFill>
                  <a:schemeClr val="dk1"/>
                </a:solidFill>
                <a:latin typeface="Arial Narrow"/>
                <a:ea typeface="Arial Narrow"/>
                <a:cs typeface="Arial Narrow"/>
                <a:sym typeface="Arial Narrow"/>
              </a:rPr>
              <a:t>noticeable</a:t>
            </a:r>
            <a:r>
              <a:rPr lang="en-US" sz="2900">
                <a:solidFill>
                  <a:schemeClr val="dk1"/>
                </a:solidFill>
                <a:latin typeface="Arial Narrow"/>
                <a:ea typeface="Arial Narrow"/>
                <a:cs typeface="Arial Narrow"/>
                <a:sym typeface="Arial Narrow"/>
              </a:rPr>
              <a:t> delay between the tag’s motion and the position updating on the plot. However, the delay is only up to a few seconds, so the system can still reasonably be used for real-time tracking. </a:t>
            </a:r>
            <a:endParaRPr sz="2900">
              <a:solidFill>
                <a:schemeClr val="dk1"/>
              </a:solidFill>
              <a:latin typeface="Arial Narrow"/>
              <a:ea typeface="Arial Narrow"/>
              <a:cs typeface="Arial Narrow"/>
              <a:sym typeface="Arial Narrow"/>
            </a:endParaRPr>
          </a:p>
          <a:p>
            <a:pPr indent="0" lvl="0" marL="0" marR="0" rtl="0" algn="l">
              <a:lnSpc>
                <a:spcPct val="115000"/>
              </a:lnSpc>
              <a:spcBef>
                <a:spcPts val="0"/>
              </a:spcBef>
              <a:spcAft>
                <a:spcPts val="0"/>
              </a:spcAft>
              <a:buNone/>
            </a:pPr>
            <a:r>
              <a:t/>
            </a:r>
            <a:endParaRPr sz="2900">
              <a:solidFill>
                <a:schemeClr val="dk1"/>
              </a:solidFill>
              <a:latin typeface="Arial Narrow"/>
              <a:ea typeface="Arial Narrow"/>
              <a:cs typeface="Arial Narrow"/>
              <a:sym typeface="Arial Narrow"/>
            </a:endParaRPr>
          </a:p>
          <a:p>
            <a:pPr indent="0" lvl="0" marL="0" marR="0" rtl="0" algn="l">
              <a:lnSpc>
                <a:spcPct val="115000"/>
              </a:lnSpc>
              <a:spcBef>
                <a:spcPts val="0"/>
              </a:spcBef>
              <a:spcAft>
                <a:spcPts val="0"/>
              </a:spcAft>
              <a:buNone/>
            </a:pPr>
            <a:r>
              <a:rPr lang="en-US" sz="2900">
                <a:solidFill>
                  <a:schemeClr val="dk1"/>
                </a:solidFill>
                <a:latin typeface="Arial Narrow"/>
                <a:ea typeface="Arial Narrow"/>
                <a:cs typeface="Arial Narrow"/>
                <a:sym typeface="Arial Narrow"/>
              </a:rPr>
              <a:t>Future iterations can focus on increasing the number of anchors to expand tracking range and improve tracking accuracy. Reducing the delay between the tag’s movement and the corresponding position marker updating on the plot could also be an area of improvement.</a:t>
            </a:r>
            <a:endParaRPr sz="2900">
              <a:solidFill>
                <a:schemeClr val="dk1"/>
              </a:solidFill>
              <a:latin typeface="Arial Narrow"/>
              <a:ea typeface="Arial Narrow"/>
              <a:cs typeface="Arial Narrow"/>
              <a:sym typeface="Arial Narrow"/>
            </a:endParaRPr>
          </a:p>
        </p:txBody>
      </p:sp>
      <p:graphicFrame>
        <p:nvGraphicFramePr>
          <p:cNvPr id="162" name="Google Shape;162;p1"/>
          <p:cNvGraphicFramePr/>
          <p:nvPr/>
        </p:nvGraphicFramePr>
        <p:xfrm>
          <a:off x="33561867" y="27225569"/>
          <a:ext cx="3000000" cy="3000000"/>
        </p:xfrm>
        <a:graphic>
          <a:graphicData uri="http://schemas.openxmlformats.org/drawingml/2006/table">
            <a:tbl>
              <a:tblPr>
                <a:noFill/>
                <a:tableStyleId>{420685EF-1557-482E-B045-CDA0CD505D4D}</a:tableStyleId>
              </a:tblPr>
              <a:tblGrid>
                <a:gridCol w="4480275"/>
                <a:gridCol w="4392800"/>
              </a:tblGrid>
              <a:tr h="3616950">
                <a:tc gridSpan="2">
                  <a:txBody>
                    <a:bodyPr/>
                    <a:lstStyle/>
                    <a:p>
                      <a:pPr indent="0" lvl="0" marL="0" marR="0" rtl="0" algn="l">
                        <a:lnSpc>
                          <a:spcPct val="115000"/>
                        </a:lnSpc>
                        <a:spcBef>
                          <a:spcPts val="0"/>
                        </a:spcBef>
                        <a:spcAft>
                          <a:spcPts val="0"/>
                        </a:spcAft>
                        <a:buNone/>
                      </a:pPr>
                      <a:r>
                        <a:rPr lang="en-US" sz="2900">
                          <a:solidFill>
                            <a:schemeClr val="dk1"/>
                          </a:solidFill>
                          <a:latin typeface="Arial Narrow"/>
                          <a:ea typeface="Arial Narrow"/>
                          <a:cs typeface="Arial Narrow"/>
                          <a:sym typeface="Arial Narrow"/>
                        </a:rPr>
                        <a:t>We would like to thank our project advisor, Professor Sotoudeh Hamedi-Hagh, for his technical guidance throughout the semester. We also appreciate the SJSU Electrical Engineering Department for providing the IEEE lab facilities and equipment for our use.</a:t>
                      </a:r>
                      <a:endParaRPr sz="2900" u="none" cap="none" strike="noStrike">
                        <a:solidFill>
                          <a:schemeClr val="dk1"/>
                        </a:solidFill>
                        <a:latin typeface="Arial Narrow"/>
                        <a:ea typeface="Arial Narrow"/>
                        <a:cs typeface="Arial Narrow"/>
                        <a:sym typeface="Arial Narrow"/>
                      </a:endParaRPr>
                    </a:p>
                  </a:txBody>
                  <a:tcPr marT="243850" marB="243850" marR="243850" marL="4064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hMerge="1"/>
              </a:tr>
              <a:tr h="1111700">
                <a:tc>
                  <a:txBody>
                    <a:bodyPr/>
                    <a:lstStyle/>
                    <a:p>
                      <a:pPr indent="0" lvl="0" marL="0" marR="0" rtl="0" algn="l">
                        <a:lnSpc>
                          <a:spcPct val="100000"/>
                        </a:lnSpc>
                        <a:spcBef>
                          <a:spcPts val="0"/>
                        </a:spcBef>
                        <a:spcAft>
                          <a:spcPts val="0"/>
                        </a:spcAft>
                        <a:buClr>
                          <a:schemeClr val="dk1"/>
                        </a:buClr>
                        <a:buSzPts val="2900"/>
                        <a:buFont typeface="Arial"/>
                        <a:buNone/>
                      </a:pPr>
                      <a:r>
                        <a:t/>
                      </a:r>
                      <a:endParaRPr sz="2900" u="none" cap="none" strike="noStrike">
                        <a:solidFill>
                          <a:schemeClr val="dk1"/>
                        </a:solidFill>
                        <a:latin typeface="Arial Narrow"/>
                        <a:ea typeface="Arial Narrow"/>
                        <a:cs typeface="Arial Narrow"/>
                        <a:sym typeface="Arial Narrow"/>
                      </a:endParaRPr>
                    </a:p>
                  </a:txBody>
                  <a:tcPr marT="243850" marB="243850" marR="243850" marL="4064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900"/>
                        <a:buFont typeface="Arial"/>
                        <a:buNone/>
                      </a:pPr>
                      <a:r>
                        <a:t/>
                      </a:r>
                      <a:endParaRPr sz="2900" u="none" cap="none" strike="noStrike">
                        <a:solidFill>
                          <a:schemeClr val="dk1"/>
                        </a:solidFill>
                        <a:latin typeface="Arial Narrow"/>
                        <a:ea typeface="Arial Narrow"/>
                        <a:cs typeface="Arial Narrow"/>
                        <a:sym typeface="Arial Narrow"/>
                      </a:endParaRPr>
                    </a:p>
                  </a:txBody>
                  <a:tcPr marT="243850" marB="243850" marR="243850" marL="4064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63" name="Google Shape;163;p1"/>
          <p:cNvSpPr txBox="1"/>
          <p:nvPr/>
        </p:nvSpPr>
        <p:spPr>
          <a:xfrm>
            <a:off x="1246750" y="21584077"/>
            <a:ext cx="8873100" cy="10507200"/>
          </a:xfrm>
          <a:prstGeom prst="rect">
            <a:avLst/>
          </a:prstGeom>
          <a:noFill/>
          <a:ln>
            <a:noFill/>
          </a:ln>
        </p:spPr>
        <p:txBody>
          <a:bodyPr anchorCtr="0" anchor="t" bIns="406375" lIns="406375" spcFirstLastPara="1" rIns="406375" wrap="square" tIns="406375">
            <a:spAutoFit/>
          </a:bodyPr>
          <a:lstStyle/>
          <a:p>
            <a:pPr indent="0" lvl="0" marL="0" marR="0" rtl="0" algn="just">
              <a:lnSpc>
                <a:spcPct val="115000"/>
              </a:lnSpc>
              <a:spcBef>
                <a:spcPts val="0"/>
              </a:spcBef>
              <a:spcAft>
                <a:spcPts val="0"/>
              </a:spcAft>
              <a:buNone/>
            </a:pPr>
            <a:r>
              <a:rPr lang="en-US" sz="2900">
                <a:solidFill>
                  <a:schemeClr val="dk1"/>
                </a:solidFill>
                <a:latin typeface="Arial Narrow"/>
                <a:ea typeface="Arial Narrow"/>
                <a:cs typeface="Arial Narrow"/>
                <a:sym typeface="Arial Narrow"/>
              </a:rPr>
              <a:t>The wireless board used was made by MakerFab and consists of an ESP32 microcontroller and DW3000 UWB chip. It is powered using a 3.7V 500 mAh LiPo battery. Our system consists of 4 of these boards with one acting as the tracking tag and the other 3 as anchors. </a:t>
            </a:r>
            <a:endParaRPr sz="2900">
              <a:solidFill>
                <a:schemeClr val="dk1"/>
              </a:solidFill>
              <a:latin typeface="Arial Narrow"/>
              <a:ea typeface="Arial Narrow"/>
              <a:cs typeface="Arial Narrow"/>
              <a:sym typeface="Arial Narrow"/>
            </a:endParaRPr>
          </a:p>
          <a:p>
            <a:pPr indent="0" lvl="0" marL="0" marR="0" rtl="0" algn="just">
              <a:lnSpc>
                <a:spcPct val="115000"/>
              </a:lnSpc>
              <a:spcBef>
                <a:spcPts val="0"/>
              </a:spcBef>
              <a:spcAft>
                <a:spcPts val="0"/>
              </a:spcAft>
              <a:buNone/>
            </a:pPr>
            <a:r>
              <a:t/>
            </a:r>
            <a:endParaRPr sz="2900">
              <a:solidFill>
                <a:schemeClr val="dk1"/>
              </a:solidFill>
              <a:latin typeface="Arial Narrow"/>
              <a:ea typeface="Arial Narrow"/>
              <a:cs typeface="Arial Narrow"/>
              <a:sym typeface="Arial Narrow"/>
            </a:endParaRPr>
          </a:p>
          <a:p>
            <a:pPr indent="0" lvl="0" marL="0" marR="0" rtl="0" algn="just">
              <a:lnSpc>
                <a:spcPct val="115000"/>
              </a:lnSpc>
              <a:spcBef>
                <a:spcPts val="0"/>
              </a:spcBef>
              <a:spcAft>
                <a:spcPts val="0"/>
              </a:spcAft>
              <a:buNone/>
            </a:pPr>
            <a:r>
              <a:rPr lang="en-US" sz="2900">
                <a:solidFill>
                  <a:schemeClr val="dk1"/>
                </a:solidFill>
                <a:latin typeface="Arial Narrow"/>
                <a:ea typeface="Arial Narrow"/>
                <a:cs typeface="Arial Narrow"/>
                <a:sym typeface="Arial Narrow"/>
              </a:rPr>
              <a:t>The board will be using two-way ranging, which is a method to measure the distance between two devices between each other. In this case, the tag and anchor will bounce data between each other and then send it to the device to process the data. Then, the data will process into a display. For this case, there will be three anchors and one tag. The anchors will be placed around the room, with the area being around 20 feet. One of these devices will send a signal to another device. This device then records the time measured and sends the signal back to the first device. This process repeats with all anchors and tags. Then, the data will be sent to the program to generate a display. </a:t>
            </a:r>
            <a:endParaRPr b="0" i="0" sz="2900" u="none" cap="none" strike="noStrike">
              <a:solidFill>
                <a:schemeClr val="dk1"/>
              </a:solidFill>
              <a:latin typeface="Arial Narrow"/>
              <a:ea typeface="Arial Narrow"/>
              <a:cs typeface="Arial Narrow"/>
              <a:sym typeface="Arial Narrow"/>
            </a:endParaRPr>
          </a:p>
          <a:p>
            <a:pPr indent="0" lvl="0" marL="0" marR="0" rtl="0" algn="l">
              <a:spcBef>
                <a:spcPts val="0"/>
              </a:spcBef>
              <a:spcAft>
                <a:spcPts val="0"/>
              </a:spcAft>
              <a:buNone/>
            </a:pPr>
            <a:r>
              <a:t/>
            </a:r>
            <a:endParaRPr b="1" i="0" sz="2900" u="none" cap="none" strike="noStrike">
              <a:solidFill>
                <a:schemeClr val="dk1"/>
              </a:solidFill>
              <a:latin typeface="Arial Narrow"/>
              <a:ea typeface="Arial Narrow"/>
              <a:cs typeface="Arial Narrow"/>
              <a:sym typeface="Arial Narrow"/>
            </a:endParaRPr>
          </a:p>
        </p:txBody>
      </p:sp>
      <p:sp>
        <p:nvSpPr>
          <p:cNvPr id="164" name="Google Shape;164;p1"/>
          <p:cNvSpPr txBox="1"/>
          <p:nvPr/>
        </p:nvSpPr>
        <p:spPr>
          <a:xfrm>
            <a:off x="11510433" y="5651887"/>
            <a:ext cx="9965267" cy="525094"/>
          </a:xfrm>
          <a:prstGeom prst="rect">
            <a:avLst/>
          </a:prstGeom>
          <a:solidFill>
            <a:schemeClr val="accent2"/>
          </a:solidFill>
          <a:ln>
            <a:noFill/>
          </a:ln>
        </p:spPr>
        <p:txBody>
          <a:bodyPr anchorCtr="0" anchor="t" bIns="40550" lIns="81100" spcFirstLastPara="1" rIns="81100" wrap="square" tIns="40550">
            <a:spAutoFit/>
          </a:bodyPr>
          <a:lstStyle/>
          <a:p>
            <a:pPr indent="0" lvl="0" marL="0" marR="0" rtl="0" algn="ctr">
              <a:spcBef>
                <a:spcPts val="0"/>
              </a:spcBef>
              <a:spcAft>
                <a:spcPts val="0"/>
              </a:spcAft>
              <a:buNone/>
            </a:pPr>
            <a:r>
              <a:rPr b="1" i="0" lang="en-US" sz="2880" u="none" cap="none" strike="noStrike">
                <a:solidFill>
                  <a:srgbClr val="F8F8F8"/>
                </a:solidFill>
                <a:latin typeface="Arial Narrow"/>
                <a:ea typeface="Arial Narrow"/>
                <a:cs typeface="Arial Narrow"/>
                <a:sym typeface="Arial Narrow"/>
              </a:rPr>
              <a:t>Methodology</a:t>
            </a:r>
            <a:endParaRPr/>
          </a:p>
        </p:txBody>
      </p:sp>
      <p:sp>
        <p:nvSpPr>
          <p:cNvPr id="165" name="Google Shape;165;p1"/>
          <p:cNvSpPr txBox="1"/>
          <p:nvPr/>
        </p:nvSpPr>
        <p:spPr>
          <a:xfrm>
            <a:off x="12061600" y="11578251"/>
            <a:ext cx="8873100" cy="4645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US" sz="2900">
                <a:solidFill>
                  <a:schemeClr val="dk1"/>
                </a:solidFill>
                <a:latin typeface="Arial Narrow"/>
                <a:ea typeface="Arial Narrow"/>
                <a:cs typeface="Arial Narrow"/>
                <a:sym typeface="Arial Narrow"/>
              </a:rPr>
              <a:t>How the Code itself works is there will be two types of </a:t>
            </a:r>
            <a:r>
              <a:rPr lang="en-US" sz="2900">
                <a:solidFill>
                  <a:schemeClr val="dk1"/>
                </a:solidFill>
                <a:latin typeface="Arial Narrow"/>
                <a:ea typeface="Arial Narrow"/>
                <a:cs typeface="Arial Narrow"/>
                <a:sym typeface="Arial Narrow"/>
              </a:rPr>
              <a:t>receivers</a:t>
            </a:r>
            <a:r>
              <a:rPr lang="en-US" sz="2900">
                <a:solidFill>
                  <a:schemeClr val="dk1"/>
                </a:solidFill>
                <a:latin typeface="Arial Narrow"/>
                <a:ea typeface="Arial Narrow"/>
                <a:cs typeface="Arial Narrow"/>
                <a:sym typeface="Arial Narrow"/>
              </a:rPr>
              <a:t>. One being the tag which will be dynamic with it moving around. The other being the anchors which are static and will stay in one spot. The tag will attempt to connect to wifi which in turn appears on a </a:t>
            </a:r>
            <a:r>
              <a:rPr lang="en-US" sz="2900">
                <a:solidFill>
                  <a:schemeClr val="dk1"/>
                </a:solidFill>
                <a:latin typeface="Arial Narrow"/>
                <a:ea typeface="Arial Narrow"/>
                <a:cs typeface="Arial Narrow"/>
                <a:sym typeface="Arial Narrow"/>
              </a:rPr>
              <a:t>separate</a:t>
            </a:r>
            <a:r>
              <a:rPr lang="en-US" sz="2900">
                <a:solidFill>
                  <a:schemeClr val="dk1"/>
                </a:solidFill>
                <a:latin typeface="Arial Narrow"/>
                <a:ea typeface="Arial Narrow"/>
                <a:cs typeface="Arial Narrow"/>
                <a:sym typeface="Arial Narrow"/>
              </a:rPr>
              <a:t> device. This device will help generate the display. The anchors will set up addresses to help store the data being transmitted. The range will also be calibrated and the tag will be tested. The tag will move and will in turn update the data in the display. Once finished, all </a:t>
            </a:r>
            <a:r>
              <a:rPr lang="en-US" sz="2900">
                <a:solidFill>
                  <a:schemeClr val="dk1"/>
                </a:solidFill>
                <a:latin typeface="Arial Narrow"/>
                <a:ea typeface="Arial Narrow"/>
                <a:cs typeface="Arial Narrow"/>
                <a:sym typeface="Arial Narrow"/>
              </a:rPr>
              <a:t>receivers can be turned off.</a:t>
            </a:r>
            <a:endParaRPr sz="2900">
              <a:solidFill>
                <a:schemeClr val="dk1"/>
              </a:solidFill>
              <a:latin typeface="Arial Narrow"/>
              <a:ea typeface="Arial Narrow"/>
              <a:cs typeface="Arial Narrow"/>
              <a:sym typeface="Arial Narrow"/>
            </a:endParaRPr>
          </a:p>
        </p:txBody>
      </p:sp>
      <p:sp>
        <p:nvSpPr>
          <p:cNvPr id="166" name="Google Shape;166;p1"/>
          <p:cNvSpPr/>
          <p:nvPr/>
        </p:nvSpPr>
        <p:spPr>
          <a:xfrm>
            <a:off x="294218" y="674666"/>
            <a:ext cx="10373784" cy="1854672"/>
          </a:xfrm>
          <a:prstGeom prst="rect">
            <a:avLst/>
          </a:prstGeom>
          <a:noFill/>
          <a:ln>
            <a:noFill/>
          </a:ln>
        </p:spPr>
        <p:txBody>
          <a:bodyPr anchorCtr="0" anchor="t" bIns="40525" lIns="81100" spcFirstLastPara="1" rIns="81100" wrap="square" tIns="40525">
            <a:spAutoFit/>
          </a:bodyPr>
          <a:lstStyle/>
          <a:p>
            <a:pPr indent="0" lvl="0" marL="0" marR="0" rtl="0" algn="ctr">
              <a:spcBef>
                <a:spcPts val="0"/>
              </a:spcBef>
              <a:spcAft>
                <a:spcPts val="0"/>
              </a:spcAft>
              <a:buNone/>
            </a:pPr>
            <a:r>
              <a:rPr b="1" lang="en-US" sz="5760">
                <a:solidFill>
                  <a:srgbClr val="FFFFFF"/>
                </a:solidFill>
                <a:latin typeface="Arial"/>
                <a:ea typeface="Arial"/>
                <a:cs typeface="Arial"/>
                <a:sym typeface="Arial"/>
              </a:rPr>
              <a:t>Electrical Engineering Department</a:t>
            </a:r>
            <a:endParaRPr/>
          </a:p>
        </p:txBody>
      </p:sp>
      <p:sp>
        <p:nvSpPr>
          <p:cNvPr id="167" name="Google Shape;167;p1"/>
          <p:cNvSpPr/>
          <p:nvPr/>
        </p:nvSpPr>
        <p:spPr>
          <a:xfrm>
            <a:off x="10004215" y="2311311"/>
            <a:ext cx="12271585" cy="1436097"/>
          </a:xfrm>
          <a:prstGeom prst="rect">
            <a:avLst/>
          </a:prstGeom>
          <a:noFill/>
          <a:ln>
            <a:noFill/>
          </a:ln>
        </p:spPr>
        <p:txBody>
          <a:bodyPr anchorCtr="0" anchor="t" bIns="40525" lIns="81100" spcFirstLastPara="1" rIns="81100" wrap="square" tIns="40525">
            <a:spAutoFit/>
          </a:bodyPr>
          <a:lstStyle/>
          <a:p>
            <a:pPr indent="0" lvl="0" marL="0" marR="0" rtl="0" algn="l">
              <a:spcBef>
                <a:spcPts val="0"/>
              </a:spcBef>
              <a:spcAft>
                <a:spcPts val="0"/>
              </a:spcAft>
              <a:buNone/>
            </a:pPr>
            <a:r>
              <a:rPr b="1" lang="en-US" sz="4400">
                <a:solidFill>
                  <a:srgbClr val="FFFFFF"/>
                </a:solidFill>
              </a:rPr>
              <a:t>Garcia, Anthony </a:t>
            </a:r>
            <a:r>
              <a:rPr b="1" lang="en-US" sz="4400">
                <a:solidFill>
                  <a:srgbClr val="FFFFFF"/>
                </a:solidFill>
                <a:latin typeface="Arial"/>
                <a:ea typeface="Arial"/>
                <a:cs typeface="Arial"/>
                <a:sym typeface="Arial"/>
              </a:rPr>
              <a:t>(BS Electrical Engineering) </a:t>
            </a:r>
            <a:r>
              <a:rPr b="1" lang="en-US" sz="4400">
                <a:solidFill>
                  <a:srgbClr val="FFFFFF"/>
                </a:solidFill>
              </a:rPr>
              <a:t>Nguyen</a:t>
            </a:r>
            <a:r>
              <a:rPr b="1" lang="en-US" sz="4400">
                <a:solidFill>
                  <a:srgbClr val="FFFFFF"/>
                </a:solidFill>
                <a:latin typeface="Arial"/>
                <a:ea typeface="Arial"/>
                <a:cs typeface="Arial"/>
                <a:sym typeface="Arial"/>
              </a:rPr>
              <a:t>, </a:t>
            </a:r>
            <a:r>
              <a:rPr b="1" lang="en-US" sz="4400">
                <a:solidFill>
                  <a:srgbClr val="FFFFFF"/>
                </a:solidFill>
              </a:rPr>
              <a:t>Kevin </a:t>
            </a:r>
            <a:r>
              <a:rPr b="1" lang="en-US" sz="4400">
                <a:solidFill>
                  <a:srgbClr val="FFFFFF"/>
                </a:solidFill>
                <a:latin typeface="Arial"/>
                <a:ea typeface="Arial"/>
                <a:cs typeface="Arial"/>
                <a:sym typeface="Arial"/>
              </a:rPr>
              <a:t>(BS Electrical Engineering)</a:t>
            </a:r>
            <a:endParaRPr/>
          </a:p>
        </p:txBody>
      </p:sp>
      <p:pic>
        <p:nvPicPr>
          <p:cNvPr id="168" name="Google Shape;168;p1"/>
          <p:cNvPicPr preferRelativeResize="0"/>
          <p:nvPr/>
        </p:nvPicPr>
        <p:blipFill rotWithShape="1">
          <a:blip r:embed="rId3">
            <a:alphaModFix/>
          </a:blip>
          <a:srcRect b="0" l="0" r="0" t="0"/>
          <a:stretch/>
        </p:blipFill>
        <p:spPr>
          <a:xfrm>
            <a:off x="4357040" y="2608906"/>
            <a:ext cx="1600351" cy="1965631"/>
          </a:xfrm>
          <a:prstGeom prst="rect">
            <a:avLst/>
          </a:prstGeom>
          <a:noFill/>
          <a:ln>
            <a:noFill/>
          </a:ln>
        </p:spPr>
      </p:pic>
      <p:sp>
        <p:nvSpPr>
          <p:cNvPr id="169" name="Google Shape;169;p1"/>
          <p:cNvSpPr/>
          <p:nvPr/>
        </p:nvSpPr>
        <p:spPr>
          <a:xfrm>
            <a:off x="34470992" y="688932"/>
            <a:ext cx="8033570"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4400">
                <a:solidFill>
                  <a:srgbClr val="FFFFFF"/>
                </a:solidFill>
                <a:latin typeface="Arial"/>
                <a:ea typeface="Arial"/>
                <a:cs typeface="Arial"/>
                <a:sym typeface="Arial"/>
              </a:rPr>
              <a:t>Project Advisor: </a:t>
            </a:r>
            <a:r>
              <a:rPr b="1" lang="en-US" sz="4400">
                <a:solidFill>
                  <a:srgbClr val="FFFFFF"/>
                </a:solidFill>
              </a:rPr>
              <a:t>Sotoudeh Hamedi-Hagh</a:t>
            </a:r>
            <a:endParaRPr b="1" sz="4400">
              <a:solidFill>
                <a:srgbClr val="FFFFFF"/>
              </a:solidFill>
              <a:latin typeface="Arial"/>
              <a:ea typeface="Arial"/>
              <a:cs typeface="Arial"/>
              <a:sym typeface="Arial"/>
            </a:endParaRPr>
          </a:p>
        </p:txBody>
      </p:sp>
      <p:sp>
        <p:nvSpPr>
          <p:cNvPr id="170" name="Google Shape;170;p1"/>
          <p:cNvSpPr/>
          <p:nvPr/>
        </p:nvSpPr>
        <p:spPr>
          <a:xfrm>
            <a:off x="22428200" y="2267565"/>
            <a:ext cx="12271585" cy="1436097"/>
          </a:xfrm>
          <a:prstGeom prst="rect">
            <a:avLst/>
          </a:prstGeom>
          <a:noFill/>
          <a:ln>
            <a:noFill/>
          </a:ln>
        </p:spPr>
        <p:txBody>
          <a:bodyPr anchorCtr="0" anchor="t" bIns="40525" lIns="81100" spcFirstLastPara="1" rIns="81100" wrap="square" tIns="40525">
            <a:spAutoFit/>
          </a:bodyPr>
          <a:lstStyle/>
          <a:p>
            <a:pPr indent="0" lvl="0" marL="0" marR="0" rtl="0" algn="l">
              <a:spcBef>
                <a:spcPts val="0"/>
              </a:spcBef>
              <a:spcAft>
                <a:spcPts val="0"/>
              </a:spcAft>
              <a:buNone/>
            </a:pPr>
            <a:r>
              <a:rPr b="1" lang="en-US" sz="4400">
                <a:solidFill>
                  <a:srgbClr val="FFFFFF"/>
                </a:solidFill>
              </a:rPr>
              <a:t>Huynh, Tommy </a:t>
            </a:r>
            <a:r>
              <a:rPr b="1" lang="en-US" sz="4400">
                <a:solidFill>
                  <a:srgbClr val="FFFFFF"/>
                </a:solidFill>
                <a:latin typeface="Arial"/>
                <a:ea typeface="Arial"/>
                <a:cs typeface="Arial"/>
                <a:sym typeface="Arial"/>
              </a:rPr>
              <a:t>(BS Electrical Engineering) </a:t>
            </a:r>
            <a:r>
              <a:rPr b="1" lang="en-US" sz="4400">
                <a:solidFill>
                  <a:srgbClr val="FFFFFF"/>
                </a:solidFill>
              </a:rPr>
              <a:t>De La Luz, David </a:t>
            </a:r>
            <a:r>
              <a:rPr b="1" lang="en-US" sz="4400">
                <a:solidFill>
                  <a:srgbClr val="FFFFFF"/>
                </a:solidFill>
                <a:latin typeface="Arial"/>
                <a:ea typeface="Arial"/>
                <a:cs typeface="Arial"/>
                <a:sym typeface="Arial"/>
              </a:rPr>
              <a:t>(BS Electrical Engineering)</a:t>
            </a:r>
            <a:endParaRPr/>
          </a:p>
        </p:txBody>
      </p:sp>
      <p:pic>
        <p:nvPicPr>
          <p:cNvPr id="171" name="Google Shape;171;p1"/>
          <p:cNvPicPr preferRelativeResize="0"/>
          <p:nvPr/>
        </p:nvPicPr>
        <p:blipFill>
          <a:blip r:embed="rId4">
            <a:alphaModFix/>
          </a:blip>
          <a:stretch>
            <a:fillRect/>
          </a:stretch>
        </p:blipFill>
        <p:spPr>
          <a:xfrm>
            <a:off x="13087050" y="7017687"/>
            <a:ext cx="6822199" cy="3719850"/>
          </a:xfrm>
          <a:prstGeom prst="rect">
            <a:avLst/>
          </a:prstGeom>
          <a:noFill/>
          <a:ln>
            <a:noFill/>
          </a:ln>
        </p:spPr>
      </p:pic>
      <p:sp>
        <p:nvSpPr>
          <p:cNvPr id="172" name="Google Shape;172;p1"/>
          <p:cNvSpPr txBox="1"/>
          <p:nvPr/>
        </p:nvSpPr>
        <p:spPr>
          <a:xfrm>
            <a:off x="12206625" y="23296050"/>
            <a:ext cx="858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73" name="Google Shape;173;p1"/>
          <p:cNvPicPr preferRelativeResize="0"/>
          <p:nvPr/>
        </p:nvPicPr>
        <p:blipFill rotWithShape="1">
          <a:blip r:embed="rId5">
            <a:alphaModFix/>
          </a:blip>
          <a:srcRect b="11202" l="4216" r="11623" t="10734"/>
          <a:stretch/>
        </p:blipFill>
        <p:spPr>
          <a:xfrm>
            <a:off x="22960150" y="15037462"/>
            <a:ext cx="8583076" cy="8433732"/>
          </a:xfrm>
          <a:prstGeom prst="rect">
            <a:avLst/>
          </a:prstGeom>
          <a:noFill/>
          <a:ln>
            <a:noFill/>
          </a:ln>
        </p:spPr>
      </p:pic>
      <p:sp>
        <p:nvSpPr>
          <p:cNvPr id="174" name="Google Shape;174;p1"/>
          <p:cNvSpPr txBox="1"/>
          <p:nvPr/>
        </p:nvSpPr>
        <p:spPr>
          <a:xfrm>
            <a:off x="22917600" y="10608925"/>
            <a:ext cx="8873100" cy="39267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2900">
                <a:solidFill>
                  <a:schemeClr val="dk1"/>
                </a:solidFill>
                <a:latin typeface="Arial Narrow"/>
                <a:ea typeface="Arial Narrow"/>
                <a:cs typeface="Arial Narrow"/>
                <a:sym typeface="Arial Narrow"/>
              </a:rPr>
              <a:t>The tag's location (x,y) is calculated by solving for the intersection of three circles centered at each anchor (x</a:t>
            </a:r>
            <a:r>
              <a:rPr baseline="-25000" lang="en-US" sz="2900">
                <a:solidFill>
                  <a:schemeClr val="dk1"/>
                </a:solidFill>
                <a:latin typeface="Arial Narrow"/>
                <a:ea typeface="Arial Narrow"/>
                <a:cs typeface="Arial Narrow"/>
                <a:sym typeface="Arial Narrow"/>
              </a:rPr>
              <a:t>i</a:t>
            </a:r>
            <a:r>
              <a:rPr lang="en-US" sz="2900">
                <a:solidFill>
                  <a:schemeClr val="dk1"/>
                </a:solidFill>
                <a:latin typeface="Arial Narrow"/>
                <a:ea typeface="Arial Narrow"/>
                <a:cs typeface="Arial Narrow"/>
                <a:sym typeface="Arial Narrow"/>
              </a:rPr>
              <a:t>​,y</a:t>
            </a:r>
            <a:r>
              <a:rPr baseline="-25000" lang="en-US" sz="2900">
                <a:solidFill>
                  <a:schemeClr val="dk1"/>
                </a:solidFill>
                <a:latin typeface="Arial Narrow"/>
                <a:ea typeface="Arial Narrow"/>
                <a:cs typeface="Arial Narrow"/>
                <a:sym typeface="Arial Narrow"/>
              </a:rPr>
              <a:t>i</a:t>
            </a:r>
            <a:r>
              <a:rPr lang="en-US" sz="2900">
                <a:solidFill>
                  <a:schemeClr val="dk1"/>
                </a:solidFill>
                <a:latin typeface="Arial Narrow"/>
                <a:ea typeface="Arial Narrow"/>
                <a:cs typeface="Arial Narrow"/>
                <a:sym typeface="Arial Narrow"/>
              </a:rPr>
              <a:t>​</a:t>
            </a:r>
            <a:r>
              <a:rPr lang="en-US" sz="2900">
                <a:solidFill>
                  <a:schemeClr val="dk1"/>
                </a:solidFill>
                <a:latin typeface="Arial Narrow"/>
                <a:ea typeface="Arial Narrow"/>
                <a:cs typeface="Arial Narrow"/>
                <a:sym typeface="Arial Narrow"/>
              </a:rPr>
              <a:t>​) with a radius equal to the measured distance di​:</a:t>
            </a:r>
            <a:endParaRPr sz="2900">
              <a:solidFill>
                <a:schemeClr val="dk1"/>
              </a:solidFill>
              <a:latin typeface="Arial Narrow"/>
              <a:ea typeface="Arial Narrow"/>
              <a:cs typeface="Arial Narrow"/>
              <a:sym typeface="Arial Narrow"/>
            </a:endParaRPr>
          </a:p>
          <a:p>
            <a:pPr indent="0" lvl="0" marL="0" rtl="0" algn="ctr">
              <a:lnSpc>
                <a:spcPct val="115000"/>
              </a:lnSpc>
              <a:spcBef>
                <a:spcPts val="1200"/>
              </a:spcBef>
              <a:spcAft>
                <a:spcPts val="0"/>
              </a:spcAft>
              <a:buClr>
                <a:schemeClr val="dk1"/>
              </a:buClr>
              <a:buSzPts val="1100"/>
              <a:buFont typeface="Arial"/>
              <a:buNone/>
            </a:pPr>
            <a:r>
              <a:rPr lang="en-US" sz="2900">
                <a:solidFill>
                  <a:schemeClr val="dk1"/>
                </a:solidFill>
                <a:latin typeface="Arial Narrow"/>
                <a:ea typeface="Arial Narrow"/>
                <a:cs typeface="Arial Narrow"/>
                <a:sym typeface="Arial Narrow"/>
              </a:rPr>
              <a:t>(x−</a:t>
            </a:r>
            <a:r>
              <a:rPr lang="en-US" sz="2900">
                <a:solidFill>
                  <a:schemeClr val="dk1"/>
                </a:solidFill>
                <a:latin typeface="Arial Narrow"/>
                <a:ea typeface="Arial Narrow"/>
                <a:cs typeface="Arial Narrow"/>
                <a:sym typeface="Arial Narrow"/>
              </a:rPr>
              <a:t>x</a:t>
            </a:r>
            <a:r>
              <a:rPr baseline="-25000" lang="en-US" sz="2900">
                <a:solidFill>
                  <a:schemeClr val="dk1"/>
                </a:solidFill>
                <a:latin typeface="Arial Narrow"/>
                <a:ea typeface="Arial Narrow"/>
                <a:cs typeface="Arial Narrow"/>
                <a:sym typeface="Arial Narrow"/>
              </a:rPr>
              <a:t>i</a:t>
            </a:r>
            <a:r>
              <a:rPr lang="en-US" sz="2900">
                <a:solidFill>
                  <a:schemeClr val="dk1"/>
                </a:solidFill>
                <a:latin typeface="Arial Narrow"/>
                <a:ea typeface="Arial Narrow"/>
                <a:cs typeface="Arial Narrow"/>
                <a:sym typeface="Arial Narrow"/>
              </a:rPr>
              <a:t>​</a:t>
            </a:r>
            <a:r>
              <a:rPr lang="en-US" sz="2900">
                <a:solidFill>
                  <a:schemeClr val="dk1"/>
                </a:solidFill>
                <a:latin typeface="Arial Narrow"/>
                <a:ea typeface="Arial Narrow"/>
                <a:cs typeface="Arial Narrow"/>
                <a:sym typeface="Arial Narrow"/>
              </a:rPr>
              <a:t>​)</a:t>
            </a:r>
            <a:r>
              <a:rPr baseline="30000" lang="en-US" sz="2900">
                <a:solidFill>
                  <a:schemeClr val="dk1"/>
                </a:solidFill>
                <a:latin typeface="Arial Narrow"/>
                <a:ea typeface="Arial Narrow"/>
                <a:cs typeface="Arial Narrow"/>
                <a:sym typeface="Arial Narrow"/>
              </a:rPr>
              <a:t>2</a:t>
            </a:r>
            <a:r>
              <a:rPr lang="en-US" sz="2900">
                <a:solidFill>
                  <a:schemeClr val="dk1"/>
                </a:solidFill>
                <a:latin typeface="Arial Narrow"/>
                <a:ea typeface="Arial Narrow"/>
                <a:cs typeface="Arial Narrow"/>
                <a:sym typeface="Arial Narrow"/>
              </a:rPr>
              <a:t>+(y−y</a:t>
            </a:r>
            <a:r>
              <a:rPr baseline="-25000" lang="en-US" sz="2900">
                <a:solidFill>
                  <a:schemeClr val="dk1"/>
                </a:solidFill>
                <a:latin typeface="Arial Narrow"/>
                <a:ea typeface="Arial Narrow"/>
                <a:cs typeface="Arial Narrow"/>
                <a:sym typeface="Arial Narrow"/>
              </a:rPr>
              <a:t>i</a:t>
            </a:r>
            <a:r>
              <a:rPr lang="en-US" sz="2900">
                <a:solidFill>
                  <a:schemeClr val="dk1"/>
                </a:solidFill>
                <a:latin typeface="Arial Narrow"/>
                <a:ea typeface="Arial Narrow"/>
                <a:cs typeface="Arial Narrow"/>
                <a:sym typeface="Arial Narrow"/>
              </a:rPr>
              <a:t>​</a:t>
            </a:r>
            <a:r>
              <a:rPr lang="en-US" sz="2900">
                <a:solidFill>
                  <a:schemeClr val="dk1"/>
                </a:solidFill>
                <a:latin typeface="Arial Narrow"/>
                <a:ea typeface="Arial Narrow"/>
                <a:cs typeface="Arial Narrow"/>
                <a:sym typeface="Arial Narrow"/>
              </a:rPr>
              <a:t>)</a:t>
            </a:r>
            <a:r>
              <a:rPr baseline="30000" lang="en-US" sz="2900">
                <a:solidFill>
                  <a:schemeClr val="dk1"/>
                </a:solidFill>
                <a:latin typeface="Arial Narrow"/>
                <a:ea typeface="Arial Narrow"/>
                <a:cs typeface="Arial Narrow"/>
                <a:sym typeface="Arial Narrow"/>
              </a:rPr>
              <a:t>2</a:t>
            </a:r>
            <a:r>
              <a:rPr lang="en-US" sz="2900">
                <a:solidFill>
                  <a:schemeClr val="dk1"/>
                </a:solidFill>
                <a:latin typeface="Arial Narrow"/>
                <a:ea typeface="Arial Narrow"/>
                <a:cs typeface="Arial Narrow"/>
                <a:sym typeface="Arial Narrow"/>
              </a:rPr>
              <a:t>=d</a:t>
            </a:r>
            <a:r>
              <a:rPr baseline="-25000" lang="en-US" sz="2900">
                <a:solidFill>
                  <a:schemeClr val="dk1"/>
                </a:solidFill>
                <a:latin typeface="Arial Narrow"/>
                <a:ea typeface="Arial Narrow"/>
                <a:cs typeface="Arial Narrow"/>
                <a:sym typeface="Arial Narrow"/>
              </a:rPr>
              <a:t>i</a:t>
            </a:r>
            <a:r>
              <a:rPr lang="en-US" sz="2900">
                <a:solidFill>
                  <a:schemeClr val="dk1"/>
                </a:solidFill>
                <a:latin typeface="Arial Narrow"/>
                <a:ea typeface="Arial Narrow"/>
                <a:cs typeface="Arial Narrow"/>
                <a:sym typeface="Arial Narrow"/>
              </a:rPr>
              <a:t>​</a:t>
            </a:r>
            <a:r>
              <a:rPr baseline="30000" lang="en-US" sz="2900">
                <a:solidFill>
                  <a:schemeClr val="dk1"/>
                </a:solidFill>
                <a:latin typeface="Arial Narrow"/>
                <a:ea typeface="Arial Narrow"/>
                <a:cs typeface="Arial Narrow"/>
                <a:sym typeface="Arial Narrow"/>
              </a:rPr>
              <a:t>2</a:t>
            </a:r>
            <a:r>
              <a:rPr lang="en-US" sz="2900">
                <a:solidFill>
                  <a:schemeClr val="dk1"/>
                </a:solidFill>
                <a:latin typeface="Arial Narrow"/>
                <a:ea typeface="Arial Narrow"/>
                <a:cs typeface="Arial Narrow"/>
                <a:sym typeface="Arial Narrow"/>
              </a:rPr>
              <a:t>​</a:t>
            </a:r>
            <a:endParaRPr sz="2900">
              <a:solidFill>
                <a:schemeClr val="dk1"/>
              </a:solidFill>
              <a:latin typeface="Arial Narrow"/>
              <a:ea typeface="Arial Narrow"/>
              <a:cs typeface="Arial Narrow"/>
              <a:sym typeface="Arial Narrow"/>
            </a:endParaRPr>
          </a:p>
          <a:p>
            <a:pPr indent="0" lvl="0" marL="0" rtl="0" algn="l">
              <a:lnSpc>
                <a:spcPct val="115000"/>
              </a:lnSpc>
              <a:spcBef>
                <a:spcPts val="1200"/>
              </a:spcBef>
              <a:spcAft>
                <a:spcPts val="1200"/>
              </a:spcAft>
              <a:buClr>
                <a:schemeClr val="dk1"/>
              </a:buClr>
              <a:buSzPts val="1100"/>
              <a:buFont typeface="Arial"/>
              <a:buNone/>
            </a:pPr>
            <a:r>
              <a:rPr lang="en-US" sz="2900">
                <a:solidFill>
                  <a:schemeClr val="dk1"/>
                </a:solidFill>
                <a:latin typeface="Arial Narrow"/>
                <a:ea typeface="Arial Narrow"/>
                <a:cs typeface="Arial Narrow"/>
                <a:sym typeface="Arial Narrow"/>
              </a:rPr>
              <a:t>This Two-Way Ranging (TWR) method ensures that timing errors between the mobile tag and the ESP32-based anchors are minimized, providing reliable coordinates for the final display.</a:t>
            </a:r>
            <a:endParaRPr sz="2900">
              <a:solidFill>
                <a:schemeClr val="dk1"/>
              </a:solidFill>
              <a:latin typeface="Arial Narrow"/>
              <a:ea typeface="Arial Narrow"/>
              <a:cs typeface="Arial Narrow"/>
              <a:sym typeface="Arial Narrow"/>
            </a:endParaRPr>
          </a:p>
        </p:txBody>
      </p:sp>
      <p:sp>
        <p:nvSpPr>
          <p:cNvPr id="175" name="Google Shape;175;p1"/>
          <p:cNvSpPr txBox="1"/>
          <p:nvPr/>
        </p:nvSpPr>
        <p:spPr>
          <a:xfrm>
            <a:off x="12061600" y="28732900"/>
            <a:ext cx="8873100" cy="3105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None/>
            </a:pPr>
            <a:r>
              <a:rPr lang="en-US" sz="2900">
                <a:solidFill>
                  <a:schemeClr val="dk1"/>
                </a:solidFill>
                <a:latin typeface="Arial Narrow"/>
                <a:ea typeface="Arial Narrow"/>
                <a:cs typeface="Arial Narrow"/>
                <a:sym typeface="Arial Narrow"/>
              </a:rPr>
              <a:t>We deployed the system in a controlled 20×20 foot indoor environment. Anchors were positioned at fixed </a:t>
            </a:r>
            <a:r>
              <a:rPr lang="en-US" sz="2900">
                <a:solidFill>
                  <a:schemeClr val="dk1"/>
                </a:solidFill>
                <a:latin typeface="Arial Narrow"/>
                <a:ea typeface="Arial Narrow"/>
                <a:cs typeface="Arial Narrow"/>
                <a:sym typeface="Arial Narrow"/>
              </a:rPr>
              <a:t>XY coordinates</a:t>
            </a:r>
            <a:r>
              <a:rPr lang="en-US" sz="2900">
                <a:solidFill>
                  <a:schemeClr val="dk1"/>
                </a:solidFill>
                <a:latin typeface="Arial Narrow"/>
                <a:ea typeface="Arial Narrow"/>
                <a:cs typeface="Arial Narrow"/>
                <a:sym typeface="Arial Narrow"/>
              </a:rPr>
              <a:t> to provide a reference frame. Calibration of the anchors was performed in order to ensure the anchors know the distance between each other. This is necessary to ensure tracking accuracy.</a:t>
            </a:r>
            <a:endParaRPr sz="2900">
              <a:solidFill>
                <a:schemeClr val="dk1"/>
              </a:solidFill>
              <a:latin typeface="Arial Narrow"/>
              <a:ea typeface="Arial Narrow"/>
              <a:cs typeface="Arial Narrow"/>
              <a:sym typeface="Arial Narrow"/>
            </a:endParaRPr>
          </a:p>
        </p:txBody>
      </p:sp>
      <p:sp>
        <p:nvSpPr>
          <p:cNvPr id="176" name="Google Shape;176;p1"/>
          <p:cNvSpPr txBox="1"/>
          <p:nvPr/>
        </p:nvSpPr>
        <p:spPr>
          <a:xfrm>
            <a:off x="22709163" y="23873379"/>
            <a:ext cx="8873100" cy="96447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lang="en-US" sz="2900">
                <a:solidFill>
                  <a:schemeClr val="dk1"/>
                </a:solidFill>
                <a:latin typeface="Arial Narrow"/>
                <a:ea typeface="Arial Narrow"/>
                <a:cs typeface="Arial Narrow"/>
                <a:sym typeface="Arial Narrow"/>
              </a:rPr>
              <a:t>The plot above shows the calculated X,Y coordinates as the tag was moved in a linear path. The tag-anchor system is clearly able to track the tag’s motion with good accuracy. However, there is some delay between the tag’s actual position and the tag’s marker on the plot when the tag is moving. This latency is likely due to time taken to process and transmit the data and perform necessary calculations. The delay between tag movement and the plot updating is usually a few seconds, which is still acceptable and </a:t>
            </a:r>
            <a:r>
              <a:rPr lang="en-US" sz="2900">
                <a:solidFill>
                  <a:schemeClr val="dk1"/>
                </a:solidFill>
                <a:latin typeface="Arial Narrow"/>
                <a:ea typeface="Arial Narrow"/>
                <a:cs typeface="Arial Narrow"/>
                <a:sym typeface="Arial Narrow"/>
              </a:rPr>
              <a:t>reasonable</a:t>
            </a:r>
            <a:r>
              <a:rPr lang="en-US" sz="2900">
                <a:solidFill>
                  <a:schemeClr val="dk1"/>
                </a:solidFill>
                <a:latin typeface="Arial Narrow"/>
                <a:ea typeface="Arial Narrow"/>
                <a:cs typeface="Arial Narrow"/>
                <a:sym typeface="Arial Narrow"/>
              </a:rPr>
              <a:t> if the system is to be used for real-time position tracking. It was also noticed that calibration of the anchors was needed to ensure position accuracy. When the distance </a:t>
            </a:r>
            <a:r>
              <a:rPr lang="en-US" sz="2900">
                <a:solidFill>
                  <a:schemeClr val="dk1"/>
                </a:solidFill>
                <a:latin typeface="Arial Narrow"/>
                <a:ea typeface="Arial Narrow"/>
                <a:cs typeface="Arial Narrow"/>
                <a:sym typeface="Arial Narrow"/>
              </a:rPr>
              <a:t>between</a:t>
            </a:r>
            <a:r>
              <a:rPr lang="en-US" sz="2900">
                <a:solidFill>
                  <a:schemeClr val="dk1"/>
                </a:solidFill>
                <a:latin typeface="Arial Narrow"/>
                <a:ea typeface="Arial Narrow"/>
                <a:cs typeface="Arial Narrow"/>
                <a:sym typeface="Arial Narrow"/>
              </a:rPr>
              <a:t> anchors was changed without re-calibration, the tracking accuracy is much worse. This means that when the tag-anchor system is </a:t>
            </a:r>
            <a:r>
              <a:rPr lang="en-US" sz="2900">
                <a:solidFill>
                  <a:schemeClr val="dk1"/>
                </a:solidFill>
                <a:latin typeface="Arial Narrow"/>
                <a:ea typeface="Arial Narrow"/>
                <a:cs typeface="Arial Narrow"/>
                <a:sym typeface="Arial Narrow"/>
              </a:rPr>
              <a:t>deployed in a new room or arrangement, calibration must be redone.</a:t>
            </a:r>
            <a:endParaRPr sz="2900">
              <a:solidFill>
                <a:schemeClr val="dk1"/>
              </a:solidFill>
              <a:latin typeface="Arial Narrow"/>
              <a:ea typeface="Arial Narrow"/>
              <a:cs typeface="Arial Narrow"/>
              <a:sym typeface="Arial Narrow"/>
            </a:endParaRPr>
          </a:p>
          <a:p>
            <a:pPr indent="0" lvl="0" marL="0" marR="0" rtl="0" algn="l">
              <a:lnSpc>
                <a:spcPct val="120000"/>
              </a:lnSpc>
              <a:spcBef>
                <a:spcPts val="0"/>
              </a:spcBef>
              <a:spcAft>
                <a:spcPts val="0"/>
              </a:spcAft>
              <a:buNone/>
            </a:pPr>
            <a:r>
              <a:t/>
            </a:r>
            <a:endParaRPr sz="2900">
              <a:solidFill>
                <a:schemeClr val="dk1"/>
              </a:solidFill>
              <a:latin typeface="Arial Narrow"/>
              <a:ea typeface="Arial Narrow"/>
              <a:cs typeface="Arial Narrow"/>
              <a:sym typeface="Arial Narrow"/>
            </a:endParaRPr>
          </a:p>
          <a:p>
            <a:pPr indent="0" lvl="0" marL="0" marR="0" rtl="0" algn="l">
              <a:lnSpc>
                <a:spcPct val="120000"/>
              </a:lnSpc>
              <a:spcBef>
                <a:spcPts val="0"/>
              </a:spcBef>
              <a:spcAft>
                <a:spcPts val="0"/>
              </a:spcAft>
              <a:buNone/>
            </a:pPr>
            <a:r>
              <a:t/>
            </a:r>
            <a:endParaRPr sz="2900">
              <a:solidFill>
                <a:schemeClr val="dk1"/>
              </a:solidFill>
              <a:latin typeface="Arial Narrow"/>
              <a:ea typeface="Arial Narrow"/>
              <a:cs typeface="Arial Narrow"/>
              <a:sym typeface="Arial Narrow"/>
            </a:endParaRPr>
          </a:p>
          <a:p>
            <a:pPr indent="0" lvl="0" marL="0" marR="0" rtl="0" algn="l">
              <a:lnSpc>
                <a:spcPct val="120000"/>
              </a:lnSpc>
              <a:spcBef>
                <a:spcPts val="0"/>
              </a:spcBef>
              <a:spcAft>
                <a:spcPts val="0"/>
              </a:spcAft>
              <a:buNone/>
            </a:pPr>
            <a:r>
              <a:t/>
            </a:r>
            <a:endParaRPr sz="2900">
              <a:solidFill>
                <a:schemeClr val="dk1"/>
              </a:solidFill>
              <a:latin typeface="Arial Narrow"/>
              <a:ea typeface="Arial Narrow"/>
              <a:cs typeface="Arial Narrow"/>
              <a:sym typeface="Arial Narrow"/>
            </a:endParaRPr>
          </a:p>
        </p:txBody>
      </p:sp>
      <p:pic>
        <p:nvPicPr>
          <p:cNvPr id="177" name="Google Shape;177;p1"/>
          <p:cNvPicPr preferRelativeResize="0"/>
          <p:nvPr/>
        </p:nvPicPr>
        <p:blipFill>
          <a:blip r:embed="rId6">
            <a:alphaModFix/>
          </a:blip>
          <a:stretch>
            <a:fillRect/>
          </a:stretch>
        </p:blipFill>
        <p:spPr>
          <a:xfrm>
            <a:off x="23997850" y="5713450"/>
            <a:ext cx="7360826" cy="4258427"/>
          </a:xfrm>
          <a:prstGeom prst="rect">
            <a:avLst/>
          </a:prstGeom>
          <a:noFill/>
          <a:ln>
            <a:noFill/>
          </a:ln>
        </p:spPr>
      </p:pic>
      <p:pic>
        <p:nvPicPr>
          <p:cNvPr id="178" name="Google Shape;178;p1" title="flowchart.png"/>
          <p:cNvPicPr preferRelativeResize="0"/>
          <p:nvPr/>
        </p:nvPicPr>
        <p:blipFill>
          <a:blip r:embed="rId7">
            <a:alphaModFix/>
          </a:blip>
          <a:stretch>
            <a:fillRect/>
          </a:stretch>
        </p:blipFill>
        <p:spPr>
          <a:xfrm>
            <a:off x="12206624" y="17129149"/>
            <a:ext cx="8033551" cy="1097593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1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Custom Design">
  <a:themeElements>
    <a:clrScheme name="2_Custom Design 1">
      <a:dk1>
        <a:srgbClr val="000000"/>
      </a:dk1>
      <a:lt1>
        <a:srgbClr val="AABAC9"/>
      </a:lt1>
      <a:dk2>
        <a:srgbClr val="000000"/>
      </a:dk2>
      <a:lt2>
        <a:srgbClr val="808080"/>
      </a:lt2>
      <a:accent1>
        <a:srgbClr val="D7D7D7"/>
      </a:accent1>
      <a:accent2>
        <a:srgbClr val="003466"/>
      </a:accent2>
      <a:accent3>
        <a:srgbClr val="D2D9E1"/>
      </a:accent3>
      <a:accent4>
        <a:srgbClr val="000000"/>
      </a:accent4>
      <a:accent5>
        <a:srgbClr val="E8E8E8"/>
      </a:accent5>
      <a:accent6>
        <a:srgbClr val="002E5C"/>
      </a:accent6>
      <a:hlink>
        <a:srgbClr val="008000"/>
      </a:hlink>
      <a:folHlink>
        <a:srgbClr val="8000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2005-05-18T01:24:28Z</dcterms:created>
</cp:coreProperties>
</file>